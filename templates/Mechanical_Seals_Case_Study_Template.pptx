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sldIdLst>
    <p:sldId id="259" r:id="rId5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1010E8-E1A0-4B04-9F16-D5B23D9A9758}" v="3" dt="2026-04-07T21:58:35.885"/>
    <p1510:client id="{6151953C-E2C7-403A-B039-D7A7E55071B5}" v="2" dt="2026-04-07T20:31:31.06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>
      <p:cViewPr varScale="1">
        <p:scale>
          <a:sx n="48" d="100"/>
          <a:sy n="48" d="100"/>
        </p:scale>
        <p:origin x="2012" y="4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lvaneschi, Joe" userId="e34b6311-f4a2-4a96-9968-436f9b5bf233" providerId="ADAL" clId="{FC06B2E4-F129-44D0-9A5F-0CD6421B0774}"/>
    <pc:docChg chg="undo custSel modSld">
      <pc:chgData name="Salvaneschi, Joe" userId="e34b6311-f4a2-4a96-9968-436f9b5bf233" providerId="ADAL" clId="{FC06B2E4-F129-44D0-9A5F-0CD6421B0774}" dt="2026-04-07T21:59:05.020" v="187" actId="207"/>
      <pc:docMkLst>
        <pc:docMk/>
      </pc:docMkLst>
      <pc:sldChg chg="addSp delSp modSp mod">
        <pc:chgData name="Salvaneschi, Joe" userId="e34b6311-f4a2-4a96-9968-436f9b5bf233" providerId="ADAL" clId="{FC06B2E4-F129-44D0-9A5F-0CD6421B0774}" dt="2026-04-07T21:59:05.020" v="187" actId="207"/>
        <pc:sldMkLst>
          <pc:docMk/>
          <pc:sldMk cId="0" sldId="259"/>
        </pc:sldMkLst>
        <pc:spChg chg="mod">
          <ac:chgData name="Salvaneschi, Joe" userId="e34b6311-f4a2-4a96-9968-436f9b5bf233" providerId="ADAL" clId="{FC06B2E4-F129-44D0-9A5F-0CD6421B0774}" dt="2026-04-07T21:56:30.248" v="111" actId="20577"/>
          <ac:spMkLst>
            <pc:docMk/>
            <pc:sldMk cId="0" sldId="259"/>
            <ac:spMk id="11" creationId="{00000000-0000-0000-0000-000000000000}"/>
          </ac:spMkLst>
        </pc:spChg>
        <pc:spChg chg="mod">
          <ac:chgData name="Salvaneschi, Joe" userId="e34b6311-f4a2-4a96-9968-436f9b5bf233" providerId="ADAL" clId="{FC06B2E4-F129-44D0-9A5F-0CD6421B0774}" dt="2026-04-07T20:31:49.013" v="85" actId="20577"/>
          <ac:spMkLst>
            <pc:docMk/>
            <pc:sldMk cId="0" sldId="259"/>
            <ac:spMk id="12" creationId="{00000000-0000-0000-0000-000000000000}"/>
          </ac:spMkLst>
        </pc:spChg>
        <pc:spChg chg="mod">
          <ac:chgData name="Salvaneschi, Joe" userId="e34b6311-f4a2-4a96-9968-436f9b5bf233" providerId="ADAL" clId="{FC06B2E4-F129-44D0-9A5F-0CD6421B0774}" dt="2026-04-07T20:30:52.517" v="21" actId="20577"/>
          <ac:spMkLst>
            <pc:docMk/>
            <pc:sldMk cId="0" sldId="259"/>
            <ac:spMk id="13" creationId="{00000000-0000-0000-0000-000000000000}"/>
          </ac:spMkLst>
        </pc:spChg>
        <pc:spChg chg="mod">
          <ac:chgData name="Salvaneschi, Joe" userId="e34b6311-f4a2-4a96-9968-436f9b5bf233" providerId="ADAL" clId="{FC06B2E4-F129-44D0-9A5F-0CD6421B0774}" dt="2026-04-07T20:30:38.181" v="10" actId="20577"/>
          <ac:spMkLst>
            <pc:docMk/>
            <pc:sldMk cId="0" sldId="259"/>
            <ac:spMk id="15" creationId="{00000000-0000-0000-0000-000000000000}"/>
          </ac:spMkLst>
        </pc:spChg>
        <pc:spChg chg="mod">
          <ac:chgData name="Salvaneschi, Joe" userId="e34b6311-f4a2-4a96-9968-436f9b5bf233" providerId="ADAL" clId="{FC06B2E4-F129-44D0-9A5F-0CD6421B0774}" dt="2026-04-07T20:30:58.444" v="22" actId="1076"/>
          <ac:spMkLst>
            <pc:docMk/>
            <pc:sldMk cId="0" sldId="259"/>
            <ac:spMk id="17" creationId="{00000000-0000-0000-0000-000000000000}"/>
          </ac:spMkLst>
        </pc:spChg>
        <pc:spChg chg="mod">
          <ac:chgData name="Salvaneschi, Joe" userId="e34b6311-f4a2-4a96-9968-436f9b5bf233" providerId="ADAL" clId="{FC06B2E4-F129-44D0-9A5F-0CD6421B0774}" dt="2026-04-07T20:31:17.914" v="48" actId="20577"/>
          <ac:spMkLst>
            <pc:docMk/>
            <pc:sldMk cId="0" sldId="259"/>
            <ac:spMk id="20" creationId="{00000000-0000-0000-0000-000000000000}"/>
          </ac:spMkLst>
        </pc:spChg>
        <pc:spChg chg="mod">
          <ac:chgData name="Salvaneschi, Joe" userId="e34b6311-f4a2-4a96-9968-436f9b5bf233" providerId="ADAL" clId="{FC06B2E4-F129-44D0-9A5F-0CD6421B0774}" dt="2026-04-07T20:31:23.148" v="69" actId="20577"/>
          <ac:spMkLst>
            <pc:docMk/>
            <pc:sldMk cId="0" sldId="259"/>
            <ac:spMk id="22" creationId="{00000000-0000-0000-0000-000000000000}"/>
          </ac:spMkLst>
        </pc:spChg>
        <pc:spChg chg="add del mod">
          <ac:chgData name="Salvaneschi, Joe" userId="e34b6311-f4a2-4a96-9968-436f9b5bf233" providerId="ADAL" clId="{FC06B2E4-F129-44D0-9A5F-0CD6421B0774}" dt="2026-04-07T21:58:34.795" v="174" actId="21"/>
          <ac:spMkLst>
            <pc:docMk/>
            <pc:sldMk cId="0" sldId="259"/>
            <ac:spMk id="23" creationId="{00000000-0000-0000-0000-000000000000}"/>
          </ac:spMkLst>
        </pc:spChg>
        <pc:spChg chg="del mod">
          <ac:chgData name="Salvaneschi, Joe" userId="e34b6311-f4a2-4a96-9968-436f9b5bf233" providerId="ADAL" clId="{FC06B2E4-F129-44D0-9A5F-0CD6421B0774}" dt="2026-04-07T20:31:50.301" v="87"/>
          <ac:spMkLst>
            <pc:docMk/>
            <pc:sldMk cId="0" sldId="259"/>
            <ac:spMk id="25" creationId="{00000000-0000-0000-0000-000000000000}"/>
          </ac:spMkLst>
        </pc:spChg>
        <pc:spChg chg="add mod">
          <ac:chgData name="Salvaneschi, Joe" userId="e34b6311-f4a2-4a96-9968-436f9b5bf233" providerId="ADAL" clId="{FC06B2E4-F129-44D0-9A5F-0CD6421B0774}" dt="2026-04-07T21:59:05.020" v="187" actId="207"/>
          <ac:spMkLst>
            <pc:docMk/>
            <pc:sldMk cId="0" sldId="259"/>
            <ac:spMk id="25" creationId="{F6ADC389-B735-E48B-58C0-D4443C6C7598}"/>
          </ac:spMkLst>
        </pc:spChg>
        <pc:spChg chg="add mod">
          <ac:chgData name="Salvaneschi, Joe" userId="e34b6311-f4a2-4a96-9968-436f9b5bf233" providerId="ADAL" clId="{FC06B2E4-F129-44D0-9A5F-0CD6421B0774}" dt="2026-04-07T20:31:30.596" v="71" actId="1076"/>
          <ac:spMkLst>
            <pc:docMk/>
            <pc:sldMk cId="0" sldId="259"/>
            <ac:spMk id="32" creationId="{DDD96474-66AC-6FC8-E081-DDCF9DBDB8B6}"/>
          </ac:spMkLst>
        </pc:spChg>
        <pc:spChg chg="add mod">
          <ac:chgData name="Salvaneschi, Joe" userId="e34b6311-f4a2-4a96-9968-436f9b5bf233" providerId="ADAL" clId="{FC06B2E4-F129-44D0-9A5F-0CD6421B0774}" dt="2026-04-07T20:31:34.764" v="73" actId="1076"/>
          <ac:spMkLst>
            <pc:docMk/>
            <pc:sldMk cId="0" sldId="259"/>
            <ac:spMk id="33" creationId="{40105BCE-3779-F617-4A3E-62F63606F123}"/>
          </ac:spMkLst>
        </pc:spChg>
        <pc:grpChg chg="mod">
          <ac:chgData name="Salvaneschi, Joe" userId="e34b6311-f4a2-4a96-9968-436f9b5bf233" providerId="ADAL" clId="{FC06B2E4-F129-44D0-9A5F-0CD6421B0774}" dt="2026-04-07T21:58:37.977" v="177" actId="1076"/>
          <ac:grpSpMkLst>
            <pc:docMk/>
            <pc:sldMk cId="0" sldId="259"/>
            <ac:grpSpMk id="2" creationId="{00000000-0000-0000-0000-000000000000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rgbClr val="58595B"/>
                </a:solidFill>
                <a:latin typeface="Myriad Pro"/>
                <a:cs typeface="Myriad Pr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1E1E1E"/>
                </a:solidFill>
                <a:latin typeface="Myriad Pro"/>
                <a:cs typeface="Myriad Pro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Chesterton</a:t>
            </a:r>
            <a:r>
              <a:rPr spc="25" dirty="0"/>
              <a:t> </a:t>
            </a:r>
            <a:r>
              <a:rPr dirty="0"/>
              <a:t>Company.</a:t>
            </a:r>
            <a:r>
              <a:rPr spc="455" dirty="0"/>
              <a:t> </a:t>
            </a:r>
            <a:r>
              <a:rPr dirty="0"/>
              <a:t>Registered</a:t>
            </a:r>
            <a:r>
              <a:rPr spc="25" dirty="0"/>
              <a:t> </a:t>
            </a:r>
            <a:r>
              <a:rPr dirty="0"/>
              <a:t>trademark</a:t>
            </a:r>
            <a:r>
              <a:rPr spc="25" dirty="0"/>
              <a:t> </a:t>
            </a:r>
            <a:r>
              <a:rPr dirty="0"/>
              <a:t>owned</a:t>
            </a:r>
            <a:r>
              <a:rPr spc="25" dirty="0"/>
              <a:t> </a:t>
            </a:r>
            <a:r>
              <a:rPr dirty="0"/>
              <a:t>by</a:t>
            </a:r>
            <a:r>
              <a:rPr spc="25" dirty="0"/>
              <a:t> </a:t>
            </a:r>
            <a:r>
              <a:rPr dirty="0"/>
              <a:t>A.W.</a:t>
            </a:r>
            <a:r>
              <a:rPr spc="25" dirty="0"/>
              <a:t> </a:t>
            </a:r>
            <a:r>
              <a:rPr dirty="0"/>
              <a:t>Chesterton</a:t>
            </a:r>
            <a:r>
              <a:rPr spc="30" dirty="0"/>
              <a:t> </a:t>
            </a:r>
            <a:r>
              <a:rPr dirty="0"/>
              <a:t>Company</a:t>
            </a:r>
            <a:r>
              <a:rPr spc="25" dirty="0"/>
              <a:t> </a:t>
            </a:r>
            <a:r>
              <a:rPr dirty="0"/>
              <a:t>in</a:t>
            </a:r>
            <a:r>
              <a:rPr spc="25" dirty="0"/>
              <a:t> </a:t>
            </a:r>
            <a:r>
              <a:rPr dirty="0"/>
              <a:t>USA</a:t>
            </a:r>
            <a:r>
              <a:rPr spc="25" dirty="0"/>
              <a:t> </a:t>
            </a:r>
            <a:r>
              <a:rPr dirty="0"/>
              <a:t>and</a:t>
            </a:r>
            <a:r>
              <a:rPr spc="25" dirty="0"/>
              <a:t> </a:t>
            </a:r>
            <a:r>
              <a:rPr dirty="0"/>
              <a:t>other</a:t>
            </a:r>
            <a:r>
              <a:rPr spc="25" dirty="0"/>
              <a:t> </a:t>
            </a:r>
            <a:r>
              <a:rPr dirty="0"/>
              <a:t>countries,</a:t>
            </a:r>
            <a:r>
              <a:rPr spc="25" dirty="0"/>
              <a:t> </a:t>
            </a:r>
            <a:r>
              <a:rPr spc="-10" dirty="0"/>
              <a:t>unless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1E1E1E"/>
                </a:solidFill>
                <a:latin typeface="Myriad Pro"/>
                <a:cs typeface="Myriad Pro"/>
              </a:defRPr>
            </a:lvl1pPr>
          </a:lstStyle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/>
              <a:t>otherwise noted.</a:t>
            </a:r>
            <a:r>
              <a:rPr spc="-5" dirty="0"/>
              <a:t> </a:t>
            </a:r>
            <a:r>
              <a:rPr b="1" spc="-10" dirty="0">
                <a:latin typeface="Myriad Pro Light"/>
                <a:cs typeface="Myriad Pro Light"/>
              </a:rPr>
              <a:t>CHESTERTON.COM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rgbClr val="58595B"/>
                </a:solidFill>
                <a:latin typeface="Myriad Pro"/>
                <a:cs typeface="Myriad Pr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1E1E1E"/>
                </a:solidFill>
                <a:latin typeface="Myriad Pro"/>
                <a:cs typeface="Myriad Pro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Chesterton</a:t>
            </a:r>
            <a:r>
              <a:rPr spc="25" dirty="0"/>
              <a:t> </a:t>
            </a:r>
            <a:r>
              <a:rPr dirty="0"/>
              <a:t>Company.</a:t>
            </a:r>
            <a:r>
              <a:rPr spc="455" dirty="0"/>
              <a:t> </a:t>
            </a:r>
            <a:r>
              <a:rPr dirty="0"/>
              <a:t>Registered</a:t>
            </a:r>
            <a:r>
              <a:rPr spc="25" dirty="0"/>
              <a:t> </a:t>
            </a:r>
            <a:r>
              <a:rPr dirty="0"/>
              <a:t>trademark</a:t>
            </a:r>
            <a:r>
              <a:rPr spc="25" dirty="0"/>
              <a:t> </a:t>
            </a:r>
            <a:r>
              <a:rPr dirty="0"/>
              <a:t>owned</a:t>
            </a:r>
            <a:r>
              <a:rPr spc="25" dirty="0"/>
              <a:t> </a:t>
            </a:r>
            <a:r>
              <a:rPr dirty="0"/>
              <a:t>by</a:t>
            </a:r>
            <a:r>
              <a:rPr spc="25" dirty="0"/>
              <a:t> </a:t>
            </a:r>
            <a:r>
              <a:rPr dirty="0"/>
              <a:t>A.W.</a:t>
            </a:r>
            <a:r>
              <a:rPr spc="25" dirty="0"/>
              <a:t> </a:t>
            </a:r>
            <a:r>
              <a:rPr dirty="0"/>
              <a:t>Chesterton</a:t>
            </a:r>
            <a:r>
              <a:rPr spc="30" dirty="0"/>
              <a:t> </a:t>
            </a:r>
            <a:r>
              <a:rPr dirty="0"/>
              <a:t>Company</a:t>
            </a:r>
            <a:r>
              <a:rPr spc="25" dirty="0"/>
              <a:t> </a:t>
            </a:r>
            <a:r>
              <a:rPr dirty="0"/>
              <a:t>in</a:t>
            </a:r>
            <a:r>
              <a:rPr spc="25" dirty="0"/>
              <a:t> </a:t>
            </a:r>
            <a:r>
              <a:rPr dirty="0"/>
              <a:t>USA</a:t>
            </a:r>
            <a:r>
              <a:rPr spc="25" dirty="0"/>
              <a:t> </a:t>
            </a:r>
            <a:r>
              <a:rPr dirty="0"/>
              <a:t>and</a:t>
            </a:r>
            <a:r>
              <a:rPr spc="25" dirty="0"/>
              <a:t> </a:t>
            </a:r>
            <a:r>
              <a:rPr dirty="0"/>
              <a:t>other</a:t>
            </a:r>
            <a:r>
              <a:rPr spc="25" dirty="0"/>
              <a:t> </a:t>
            </a:r>
            <a:r>
              <a:rPr dirty="0"/>
              <a:t>countries,</a:t>
            </a:r>
            <a:r>
              <a:rPr spc="25" dirty="0"/>
              <a:t> </a:t>
            </a:r>
            <a:r>
              <a:rPr spc="-10" dirty="0"/>
              <a:t>unless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1E1E1E"/>
                </a:solidFill>
                <a:latin typeface="Myriad Pro"/>
                <a:cs typeface="Myriad Pro"/>
              </a:defRPr>
            </a:lvl1pPr>
          </a:lstStyle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/>
              <a:t>otherwise noted.</a:t>
            </a:r>
            <a:r>
              <a:rPr spc="-5" dirty="0"/>
              <a:t> </a:t>
            </a:r>
            <a:r>
              <a:rPr b="1" spc="-10" dirty="0">
                <a:latin typeface="Myriad Pro Light"/>
                <a:cs typeface="Myriad Pro Light"/>
              </a:rPr>
              <a:t>CHESTERTON.COM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rgbClr val="58595B"/>
                </a:solidFill>
                <a:latin typeface="Myriad Pro"/>
                <a:cs typeface="Myriad Pr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1E1E1E"/>
                </a:solidFill>
                <a:latin typeface="Myriad Pro"/>
                <a:cs typeface="Myriad Pro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Chesterton</a:t>
            </a:r>
            <a:r>
              <a:rPr spc="25" dirty="0"/>
              <a:t> </a:t>
            </a:r>
            <a:r>
              <a:rPr dirty="0"/>
              <a:t>Company.</a:t>
            </a:r>
            <a:r>
              <a:rPr spc="455" dirty="0"/>
              <a:t> </a:t>
            </a:r>
            <a:r>
              <a:rPr dirty="0"/>
              <a:t>Registered</a:t>
            </a:r>
            <a:r>
              <a:rPr spc="25" dirty="0"/>
              <a:t> </a:t>
            </a:r>
            <a:r>
              <a:rPr dirty="0"/>
              <a:t>trademark</a:t>
            </a:r>
            <a:r>
              <a:rPr spc="25" dirty="0"/>
              <a:t> </a:t>
            </a:r>
            <a:r>
              <a:rPr dirty="0"/>
              <a:t>owned</a:t>
            </a:r>
            <a:r>
              <a:rPr spc="25" dirty="0"/>
              <a:t> </a:t>
            </a:r>
            <a:r>
              <a:rPr dirty="0"/>
              <a:t>by</a:t>
            </a:r>
            <a:r>
              <a:rPr spc="25" dirty="0"/>
              <a:t> </a:t>
            </a:r>
            <a:r>
              <a:rPr dirty="0"/>
              <a:t>A.W.</a:t>
            </a:r>
            <a:r>
              <a:rPr spc="25" dirty="0"/>
              <a:t> </a:t>
            </a:r>
            <a:r>
              <a:rPr dirty="0"/>
              <a:t>Chesterton</a:t>
            </a:r>
            <a:r>
              <a:rPr spc="30" dirty="0"/>
              <a:t> </a:t>
            </a:r>
            <a:r>
              <a:rPr dirty="0"/>
              <a:t>Company</a:t>
            </a:r>
            <a:r>
              <a:rPr spc="25" dirty="0"/>
              <a:t> </a:t>
            </a:r>
            <a:r>
              <a:rPr dirty="0"/>
              <a:t>in</a:t>
            </a:r>
            <a:r>
              <a:rPr spc="25" dirty="0"/>
              <a:t> </a:t>
            </a:r>
            <a:r>
              <a:rPr dirty="0"/>
              <a:t>USA</a:t>
            </a:r>
            <a:r>
              <a:rPr spc="25" dirty="0"/>
              <a:t> </a:t>
            </a:r>
            <a:r>
              <a:rPr dirty="0"/>
              <a:t>and</a:t>
            </a:r>
            <a:r>
              <a:rPr spc="25" dirty="0"/>
              <a:t> </a:t>
            </a:r>
            <a:r>
              <a:rPr dirty="0"/>
              <a:t>other</a:t>
            </a:r>
            <a:r>
              <a:rPr spc="25" dirty="0"/>
              <a:t> </a:t>
            </a:r>
            <a:r>
              <a:rPr dirty="0"/>
              <a:t>countries,</a:t>
            </a:r>
            <a:r>
              <a:rPr spc="25" dirty="0"/>
              <a:t> </a:t>
            </a:r>
            <a:r>
              <a:rPr spc="-10" dirty="0"/>
              <a:t>unless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1E1E1E"/>
                </a:solidFill>
                <a:latin typeface="Myriad Pro"/>
                <a:cs typeface="Myriad Pro"/>
              </a:defRPr>
            </a:lvl1pPr>
          </a:lstStyle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/>
              <a:t>otherwise noted.</a:t>
            </a:r>
            <a:r>
              <a:rPr spc="-5" dirty="0"/>
              <a:t> </a:t>
            </a:r>
            <a:r>
              <a:rPr b="1" spc="-10" dirty="0">
                <a:latin typeface="Myriad Pro Light"/>
                <a:cs typeface="Myriad Pro Light"/>
              </a:rPr>
              <a:t>CHESTERTON.COM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rgbClr val="58595B"/>
                </a:solidFill>
                <a:latin typeface="Myriad Pro"/>
                <a:cs typeface="Myriad Pr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1E1E1E"/>
                </a:solidFill>
                <a:latin typeface="Myriad Pro"/>
                <a:cs typeface="Myriad Pro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Chesterton</a:t>
            </a:r>
            <a:r>
              <a:rPr spc="25" dirty="0"/>
              <a:t> </a:t>
            </a:r>
            <a:r>
              <a:rPr dirty="0"/>
              <a:t>Company.</a:t>
            </a:r>
            <a:r>
              <a:rPr spc="455" dirty="0"/>
              <a:t> </a:t>
            </a:r>
            <a:r>
              <a:rPr dirty="0"/>
              <a:t>Registered</a:t>
            </a:r>
            <a:r>
              <a:rPr spc="25" dirty="0"/>
              <a:t> </a:t>
            </a:r>
            <a:r>
              <a:rPr dirty="0"/>
              <a:t>trademark</a:t>
            </a:r>
            <a:r>
              <a:rPr spc="25" dirty="0"/>
              <a:t> </a:t>
            </a:r>
            <a:r>
              <a:rPr dirty="0"/>
              <a:t>owned</a:t>
            </a:r>
            <a:r>
              <a:rPr spc="25" dirty="0"/>
              <a:t> </a:t>
            </a:r>
            <a:r>
              <a:rPr dirty="0"/>
              <a:t>by</a:t>
            </a:r>
            <a:r>
              <a:rPr spc="25" dirty="0"/>
              <a:t> </a:t>
            </a:r>
            <a:r>
              <a:rPr dirty="0"/>
              <a:t>A.W.</a:t>
            </a:r>
            <a:r>
              <a:rPr spc="25" dirty="0"/>
              <a:t> </a:t>
            </a:r>
            <a:r>
              <a:rPr dirty="0"/>
              <a:t>Chesterton</a:t>
            </a:r>
            <a:r>
              <a:rPr spc="30" dirty="0"/>
              <a:t> </a:t>
            </a:r>
            <a:r>
              <a:rPr dirty="0"/>
              <a:t>Company</a:t>
            </a:r>
            <a:r>
              <a:rPr spc="25" dirty="0"/>
              <a:t> </a:t>
            </a:r>
            <a:r>
              <a:rPr dirty="0"/>
              <a:t>in</a:t>
            </a:r>
            <a:r>
              <a:rPr spc="25" dirty="0"/>
              <a:t> </a:t>
            </a:r>
            <a:r>
              <a:rPr dirty="0"/>
              <a:t>USA</a:t>
            </a:r>
            <a:r>
              <a:rPr spc="25" dirty="0"/>
              <a:t> </a:t>
            </a:r>
            <a:r>
              <a:rPr dirty="0"/>
              <a:t>and</a:t>
            </a:r>
            <a:r>
              <a:rPr spc="25" dirty="0"/>
              <a:t> </a:t>
            </a:r>
            <a:r>
              <a:rPr dirty="0"/>
              <a:t>other</a:t>
            </a:r>
            <a:r>
              <a:rPr spc="25" dirty="0"/>
              <a:t> </a:t>
            </a:r>
            <a:r>
              <a:rPr dirty="0"/>
              <a:t>countries,</a:t>
            </a:r>
            <a:r>
              <a:rPr spc="25" dirty="0"/>
              <a:t> </a:t>
            </a:r>
            <a:r>
              <a:rPr spc="-10" dirty="0"/>
              <a:t>unless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1E1E1E"/>
                </a:solidFill>
                <a:latin typeface="Myriad Pro"/>
                <a:cs typeface="Myriad Pro"/>
              </a:defRPr>
            </a:lvl1pPr>
          </a:lstStyle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/>
              <a:t>otherwise noted.</a:t>
            </a:r>
            <a:r>
              <a:rPr spc="-5" dirty="0"/>
              <a:t> </a:t>
            </a:r>
            <a:r>
              <a:rPr b="1" spc="-10" dirty="0">
                <a:latin typeface="Myriad Pro Light"/>
                <a:cs typeface="Myriad Pro Light"/>
              </a:rPr>
              <a:t>CHESTERTON.COM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1E1E1E"/>
                </a:solidFill>
                <a:latin typeface="Myriad Pro"/>
                <a:cs typeface="Myriad Pro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Chesterton</a:t>
            </a:r>
            <a:r>
              <a:rPr spc="25" dirty="0"/>
              <a:t> </a:t>
            </a:r>
            <a:r>
              <a:rPr dirty="0"/>
              <a:t>Company.</a:t>
            </a:r>
            <a:r>
              <a:rPr spc="455" dirty="0"/>
              <a:t> </a:t>
            </a:r>
            <a:r>
              <a:rPr dirty="0"/>
              <a:t>Registered</a:t>
            </a:r>
            <a:r>
              <a:rPr spc="25" dirty="0"/>
              <a:t> </a:t>
            </a:r>
            <a:r>
              <a:rPr dirty="0"/>
              <a:t>trademark</a:t>
            </a:r>
            <a:r>
              <a:rPr spc="25" dirty="0"/>
              <a:t> </a:t>
            </a:r>
            <a:r>
              <a:rPr dirty="0"/>
              <a:t>owned</a:t>
            </a:r>
            <a:r>
              <a:rPr spc="25" dirty="0"/>
              <a:t> </a:t>
            </a:r>
            <a:r>
              <a:rPr dirty="0"/>
              <a:t>by</a:t>
            </a:r>
            <a:r>
              <a:rPr spc="25" dirty="0"/>
              <a:t> </a:t>
            </a:r>
            <a:r>
              <a:rPr dirty="0"/>
              <a:t>A.W.</a:t>
            </a:r>
            <a:r>
              <a:rPr spc="25" dirty="0"/>
              <a:t> </a:t>
            </a:r>
            <a:r>
              <a:rPr dirty="0"/>
              <a:t>Chesterton</a:t>
            </a:r>
            <a:r>
              <a:rPr spc="30" dirty="0"/>
              <a:t> </a:t>
            </a:r>
            <a:r>
              <a:rPr dirty="0"/>
              <a:t>Company</a:t>
            </a:r>
            <a:r>
              <a:rPr spc="25" dirty="0"/>
              <a:t> </a:t>
            </a:r>
            <a:r>
              <a:rPr dirty="0"/>
              <a:t>in</a:t>
            </a:r>
            <a:r>
              <a:rPr spc="25" dirty="0"/>
              <a:t> </a:t>
            </a:r>
            <a:r>
              <a:rPr dirty="0"/>
              <a:t>USA</a:t>
            </a:r>
            <a:r>
              <a:rPr spc="25" dirty="0"/>
              <a:t> </a:t>
            </a:r>
            <a:r>
              <a:rPr dirty="0"/>
              <a:t>and</a:t>
            </a:r>
            <a:r>
              <a:rPr spc="25" dirty="0"/>
              <a:t> </a:t>
            </a:r>
            <a:r>
              <a:rPr dirty="0"/>
              <a:t>other</a:t>
            </a:r>
            <a:r>
              <a:rPr spc="25" dirty="0"/>
              <a:t> </a:t>
            </a:r>
            <a:r>
              <a:rPr dirty="0"/>
              <a:t>countries,</a:t>
            </a:r>
            <a:r>
              <a:rPr spc="25" dirty="0"/>
              <a:t> </a:t>
            </a:r>
            <a:r>
              <a:rPr spc="-10" dirty="0"/>
              <a:t>unless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1E1E1E"/>
                </a:solidFill>
                <a:latin typeface="Myriad Pro"/>
                <a:cs typeface="Myriad Pro"/>
              </a:defRPr>
            </a:lvl1pPr>
          </a:lstStyle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/>
              <a:t>otherwise noted.</a:t>
            </a:r>
            <a:r>
              <a:rPr spc="-5" dirty="0"/>
              <a:t> </a:t>
            </a:r>
            <a:r>
              <a:rPr b="1" spc="-10" dirty="0">
                <a:latin typeface="Myriad Pro Light"/>
                <a:cs typeface="Myriad Pro Light"/>
              </a:rPr>
              <a:t>CHESTERTON.COM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46100" y="384175"/>
            <a:ext cx="1719580" cy="375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rgbClr val="58595B"/>
                </a:solidFill>
                <a:latin typeface="Myriad Pro"/>
                <a:cs typeface="Myriad Pr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016373" y="9341327"/>
            <a:ext cx="3197859" cy="1022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rgbClr val="1E1E1E"/>
                </a:solidFill>
                <a:latin typeface="Myriad Pro"/>
                <a:cs typeface="Myriad Pro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Chesterton</a:t>
            </a:r>
            <a:r>
              <a:rPr spc="25" dirty="0"/>
              <a:t> </a:t>
            </a:r>
            <a:r>
              <a:rPr dirty="0"/>
              <a:t>Company.</a:t>
            </a:r>
            <a:r>
              <a:rPr spc="455" dirty="0"/>
              <a:t> </a:t>
            </a:r>
            <a:r>
              <a:rPr dirty="0"/>
              <a:t>Registered</a:t>
            </a:r>
            <a:r>
              <a:rPr spc="25" dirty="0"/>
              <a:t> </a:t>
            </a:r>
            <a:r>
              <a:rPr dirty="0"/>
              <a:t>trademark</a:t>
            </a:r>
            <a:r>
              <a:rPr spc="25" dirty="0"/>
              <a:t> </a:t>
            </a:r>
            <a:r>
              <a:rPr dirty="0"/>
              <a:t>owned</a:t>
            </a:r>
            <a:r>
              <a:rPr spc="25" dirty="0"/>
              <a:t> </a:t>
            </a:r>
            <a:r>
              <a:rPr dirty="0"/>
              <a:t>by</a:t>
            </a:r>
            <a:r>
              <a:rPr spc="25" dirty="0"/>
              <a:t> </a:t>
            </a:r>
            <a:r>
              <a:rPr dirty="0"/>
              <a:t>A.W.</a:t>
            </a:r>
            <a:r>
              <a:rPr spc="25" dirty="0"/>
              <a:t> </a:t>
            </a:r>
            <a:r>
              <a:rPr dirty="0"/>
              <a:t>Chesterton</a:t>
            </a:r>
            <a:r>
              <a:rPr spc="30" dirty="0"/>
              <a:t> </a:t>
            </a:r>
            <a:r>
              <a:rPr dirty="0"/>
              <a:t>Company</a:t>
            </a:r>
            <a:r>
              <a:rPr spc="25" dirty="0"/>
              <a:t> </a:t>
            </a:r>
            <a:r>
              <a:rPr dirty="0"/>
              <a:t>in</a:t>
            </a:r>
            <a:r>
              <a:rPr spc="25" dirty="0"/>
              <a:t> </a:t>
            </a:r>
            <a:r>
              <a:rPr dirty="0"/>
              <a:t>USA</a:t>
            </a:r>
            <a:r>
              <a:rPr spc="25" dirty="0"/>
              <a:t> </a:t>
            </a:r>
            <a:r>
              <a:rPr dirty="0"/>
              <a:t>and</a:t>
            </a:r>
            <a:r>
              <a:rPr spc="25" dirty="0"/>
              <a:t> </a:t>
            </a:r>
            <a:r>
              <a:rPr dirty="0"/>
              <a:t>other</a:t>
            </a:r>
            <a:r>
              <a:rPr spc="25" dirty="0"/>
              <a:t> </a:t>
            </a:r>
            <a:r>
              <a:rPr dirty="0"/>
              <a:t>countries,</a:t>
            </a:r>
            <a:r>
              <a:rPr spc="25" dirty="0"/>
              <a:t> </a:t>
            </a:r>
            <a:r>
              <a:rPr spc="-10" dirty="0"/>
              <a:t>unless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016373" y="9409907"/>
            <a:ext cx="1005204" cy="1035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rgbClr val="1E1E1E"/>
                </a:solidFill>
                <a:latin typeface="Myriad Pro"/>
                <a:cs typeface="Myriad Pro"/>
              </a:defRPr>
            </a:lvl1pPr>
          </a:lstStyle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/>
              <a:t>otherwise noted.</a:t>
            </a:r>
            <a:r>
              <a:rPr spc="-5" dirty="0"/>
              <a:t> </a:t>
            </a:r>
            <a:r>
              <a:rPr b="1" spc="-10" dirty="0">
                <a:latin typeface="Myriad Pro Light"/>
                <a:cs typeface="Myriad Pro Light"/>
              </a:rPr>
              <a:t>CHESTERTON.COM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874" y="822960"/>
            <a:ext cx="7774305" cy="2689860"/>
            <a:chOff x="-1874" y="822960"/>
            <a:chExt cx="7774305" cy="2689860"/>
          </a:xfrm>
        </p:grpSpPr>
        <p:sp>
          <p:nvSpPr>
            <p:cNvPr id="3" name="object 3"/>
            <p:cNvSpPr/>
            <p:nvPr/>
          </p:nvSpPr>
          <p:spPr>
            <a:xfrm>
              <a:off x="0" y="825157"/>
              <a:ext cx="7772400" cy="2686685"/>
            </a:xfrm>
            <a:custGeom>
              <a:avLst/>
              <a:gdLst/>
              <a:ahLst/>
              <a:cxnLst/>
              <a:rect l="l" t="t" r="r" b="b"/>
              <a:pathLst>
                <a:path w="7772400" h="2686685">
                  <a:moveTo>
                    <a:pt x="7772400" y="0"/>
                  </a:moveTo>
                  <a:lnTo>
                    <a:pt x="0" y="0"/>
                  </a:lnTo>
                  <a:lnTo>
                    <a:pt x="0" y="2686138"/>
                  </a:lnTo>
                  <a:lnTo>
                    <a:pt x="7772400" y="2686138"/>
                  </a:lnTo>
                  <a:lnTo>
                    <a:pt x="7772400" y="0"/>
                  </a:lnTo>
                  <a:close/>
                </a:path>
              </a:pathLst>
            </a:custGeom>
            <a:solidFill>
              <a:srgbClr val="4F75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09141" y="825169"/>
              <a:ext cx="3398520" cy="750570"/>
            </a:xfrm>
            <a:custGeom>
              <a:avLst/>
              <a:gdLst/>
              <a:ahLst/>
              <a:cxnLst/>
              <a:rect l="l" t="t" r="r" b="b"/>
              <a:pathLst>
                <a:path w="3398520" h="750569">
                  <a:moveTo>
                    <a:pt x="38481" y="175082"/>
                  </a:moveTo>
                  <a:lnTo>
                    <a:pt x="32994" y="167919"/>
                  </a:lnTo>
                  <a:lnTo>
                    <a:pt x="23787" y="163677"/>
                  </a:lnTo>
                  <a:lnTo>
                    <a:pt x="12700" y="160705"/>
                  </a:lnTo>
                  <a:lnTo>
                    <a:pt x="4457" y="161620"/>
                  </a:lnTo>
                  <a:lnTo>
                    <a:pt x="0" y="165582"/>
                  </a:lnTo>
                  <a:lnTo>
                    <a:pt x="241" y="171691"/>
                  </a:lnTo>
                  <a:lnTo>
                    <a:pt x="7696" y="180124"/>
                  </a:lnTo>
                  <a:lnTo>
                    <a:pt x="18999" y="185039"/>
                  </a:lnTo>
                  <a:lnTo>
                    <a:pt x="29997" y="185445"/>
                  </a:lnTo>
                  <a:lnTo>
                    <a:pt x="36563" y="180352"/>
                  </a:lnTo>
                  <a:lnTo>
                    <a:pt x="38481" y="175082"/>
                  </a:lnTo>
                  <a:close/>
                </a:path>
                <a:path w="3398520" h="750569">
                  <a:moveTo>
                    <a:pt x="85953" y="91452"/>
                  </a:moveTo>
                  <a:lnTo>
                    <a:pt x="80949" y="84886"/>
                  </a:lnTo>
                  <a:lnTo>
                    <a:pt x="72567" y="80949"/>
                  </a:lnTo>
                  <a:lnTo>
                    <a:pt x="62471" y="78143"/>
                  </a:lnTo>
                  <a:lnTo>
                    <a:pt x="54978" y="78905"/>
                  </a:lnTo>
                  <a:lnTo>
                    <a:pt x="50939" y="82448"/>
                  </a:lnTo>
                  <a:lnTo>
                    <a:pt x="51181" y="88023"/>
                  </a:lnTo>
                  <a:lnTo>
                    <a:pt x="57975" y="95745"/>
                  </a:lnTo>
                  <a:lnTo>
                    <a:pt x="68262" y="100317"/>
                  </a:lnTo>
                  <a:lnTo>
                    <a:pt x="78257" y="100787"/>
                  </a:lnTo>
                  <a:lnTo>
                    <a:pt x="84213" y="96227"/>
                  </a:lnTo>
                  <a:lnTo>
                    <a:pt x="85953" y="91452"/>
                  </a:lnTo>
                  <a:close/>
                </a:path>
                <a:path w="3398520" h="750569">
                  <a:moveTo>
                    <a:pt x="132410" y="9626"/>
                  </a:moveTo>
                  <a:lnTo>
                    <a:pt x="127774" y="3517"/>
                  </a:lnTo>
                  <a:lnTo>
                    <a:pt x="120319" y="0"/>
                  </a:lnTo>
                  <a:lnTo>
                    <a:pt x="102108" y="0"/>
                  </a:lnTo>
                  <a:lnTo>
                    <a:pt x="100799" y="1130"/>
                  </a:lnTo>
                  <a:lnTo>
                    <a:pt x="101015" y="6159"/>
                  </a:lnTo>
                  <a:lnTo>
                    <a:pt x="107175" y="13233"/>
                  </a:lnTo>
                  <a:lnTo>
                    <a:pt x="116471" y="17462"/>
                  </a:lnTo>
                  <a:lnTo>
                    <a:pt x="125514" y="17957"/>
                  </a:lnTo>
                  <a:lnTo>
                    <a:pt x="130886" y="13855"/>
                  </a:lnTo>
                  <a:lnTo>
                    <a:pt x="132410" y="9626"/>
                  </a:lnTo>
                  <a:close/>
                </a:path>
                <a:path w="3398520" h="750569">
                  <a:moveTo>
                    <a:pt x="832065" y="195326"/>
                  </a:moveTo>
                  <a:lnTo>
                    <a:pt x="827049" y="190588"/>
                  </a:lnTo>
                  <a:lnTo>
                    <a:pt x="819492" y="188010"/>
                  </a:lnTo>
                  <a:lnTo>
                    <a:pt x="810704" y="186359"/>
                  </a:lnTo>
                  <a:lnTo>
                    <a:pt x="804621" y="187248"/>
                  </a:lnTo>
                  <a:lnTo>
                    <a:pt x="801509" y="189890"/>
                  </a:lnTo>
                  <a:lnTo>
                    <a:pt x="801687" y="193548"/>
                  </a:lnTo>
                  <a:lnTo>
                    <a:pt x="807872" y="199313"/>
                  </a:lnTo>
                  <a:lnTo>
                    <a:pt x="817346" y="202603"/>
                  </a:lnTo>
                  <a:lnTo>
                    <a:pt x="826350" y="202742"/>
                  </a:lnTo>
                  <a:lnTo>
                    <a:pt x="831151" y="199021"/>
                  </a:lnTo>
                  <a:lnTo>
                    <a:pt x="832065" y="195326"/>
                  </a:lnTo>
                  <a:close/>
                </a:path>
                <a:path w="3398520" h="750569">
                  <a:moveTo>
                    <a:pt x="1388122" y="274142"/>
                  </a:moveTo>
                  <a:lnTo>
                    <a:pt x="1383182" y="270370"/>
                  </a:lnTo>
                  <a:lnTo>
                    <a:pt x="1376108" y="268541"/>
                  </a:lnTo>
                  <a:lnTo>
                    <a:pt x="1364475" y="265823"/>
                  </a:lnTo>
                  <a:lnTo>
                    <a:pt x="1357439" y="269367"/>
                  </a:lnTo>
                  <a:lnTo>
                    <a:pt x="1360487" y="274104"/>
                  </a:lnTo>
                  <a:lnTo>
                    <a:pt x="1366558" y="278650"/>
                  </a:lnTo>
                  <a:lnTo>
                    <a:pt x="1375397" y="280974"/>
                  </a:lnTo>
                  <a:lnTo>
                    <a:pt x="1383563" y="280670"/>
                  </a:lnTo>
                  <a:lnTo>
                    <a:pt x="1387602" y="277317"/>
                  </a:lnTo>
                  <a:lnTo>
                    <a:pt x="1388122" y="274142"/>
                  </a:lnTo>
                  <a:close/>
                </a:path>
                <a:path w="3398520" h="750569">
                  <a:moveTo>
                    <a:pt x="1745475" y="355333"/>
                  </a:moveTo>
                  <a:lnTo>
                    <a:pt x="1740192" y="351815"/>
                  </a:lnTo>
                  <a:lnTo>
                    <a:pt x="1733118" y="350393"/>
                  </a:lnTo>
                  <a:lnTo>
                    <a:pt x="1720456" y="348119"/>
                  </a:lnTo>
                  <a:lnTo>
                    <a:pt x="1714741" y="352450"/>
                  </a:lnTo>
                  <a:lnTo>
                    <a:pt x="1717713" y="356476"/>
                  </a:lnTo>
                  <a:lnTo>
                    <a:pt x="1724075" y="360654"/>
                  </a:lnTo>
                  <a:lnTo>
                    <a:pt x="1733080" y="362534"/>
                  </a:lnTo>
                  <a:lnTo>
                    <a:pt x="1741258" y="361848"/>
                  </a:lnTo>
                  <a:lnTo>
                    <a:pt x="1745132" y="358381"/>
                  </a:lnTo>
                  <a:lnTo>
                    <a:pt x="1745475" y="355333"/>
                  </a:lnTo>
                  <a:close/>
                </a:path>
                <a:path w="3398520" h="750569">
                  <a:moveTo>
                    <a:pt x="1949259" y="316128"/>
                  </a:moveTo>
                  <a:lnTo>
                    <a:pt x="1944535" y="313182"/>
                  </a:lnTo>
                  <a:lnTo>
                    <a:pt x="1938286" y="312064"/>
                  </a:lnTo>
                  <a:lnTo>
                    <a:pt x="1927809" y="310426"/>
                  </a:lnTo>
                  <a:lnTo>
                    <a:pt x="1921827" y="313766"/>
                  </a:lnTo>
                  <a:lnTo>
                    <a:pt x="1924837" y="317563"/>
                  </a:lnTo>
                  <a:lnTo>
                    <a:pt x="1930539" y="321068"/>
                  </a:lnTo>
                  <a:lnTo>
                    <a:pt x="1938515" y="322529"/>
                  </a:lnTo>
                  <a:lnTo>
                    <a:pt x="1945703" y="321818"/>
                  </a:lnTo>
                  <a:lnTo>
                    <a:pt x="1949030" y="318770"/>
                  </a:lnTo>
                  <a:lnTo>
                    <a:pt x="1949259" y="316128"/>
                  </a:lnTo>
                  <a:close/>
                </a:path>
                <a:path w="3398520" h="750569">
                  <a:moveTo>
                    <a:pt x="1971802" y="244690"/>
                  </a:moveTo>
                  <a:lnTo>
                    <a:pt x="1967699" y="242138"/>
                  </a:lnTo>
                  <a:lnTo>
                    <a:pt x="1962264" y="241147"/>
                  </a:lnTo>
                  <a:lnTo>
                    <a:pt x="1953145" y="239674"/>
                  </a:lnTo>
                  <a:lnTo>
                    <a:pt x="1947976" y="242531"/>
                  </a:lnTo>
                  <a:lnTo>
                    <a:pt x="1950618" y="245808"/>
                  </a:lnTo>
                  <a:lnTo>
                    <a:pt x="1954911" y="251129"/>
                  </a:lnTo>
                  <a:lnTo>
                    <a:pt x="1971192" y="252031"/>
                  </a:lnTo>
                  <a:lnTo>
                    <a:pt x="1971802" y="244690"/>
                  </a:lnTo>
                  <a:close/>
                </a:path>
                <a:path w="3398520" h="750569">
                  <a:moveTo>
                    <a:pt x="1993950" y="174459"/>
                  </a:moveTo>
                  <a:lnTo>
                    <a:pt x="1990534" y="172313"/>
                  </a:lnTo>
                  <a:lnTo>
                    <a:pt x="1985822" y="171437"/>
                  </a:lnTo>
                  <a:lnTo>
                    <a:pt x="1977923" y="170141"/>
                  </a:lnTo>
                  <a:lnTo>
                    <a:pt x="1973732" y="172542"/>
                  </a:lnTo>
                  <a:lnTo>
                    <a:pt x="1975967" y="175348"/>
                  </a:lnTo>
                  <a:lnTo>
                    <a:pt x="1979460" y="179730"/>
                  </a:lnTo>
                  <a:lnTo>
                    <a:pt x="1993455" y="180555"/>
                  </a:lnTo>
                  <a:lnTo>
                    <a:pt x="1993950" y="174459"/>
                  </a:lnTo>
                  <a:close/>
                </a:path>
                <a:path w="3398520" h="750569">
                  <a:moveTo>
                    <a:pt x="2015731" y="105486"/>
                  </a:moveTo>
                  <a:lnTo>
                    <a:pt x="2012886" y="103708"/>
                  </a:lnTo>
                  <a:lnTo>
                    <a:pt x="2008987" y="102971"/>
                  </a:lnTo>
                  <a:lnTo>
                    <a:pt x="2002447" y="101854"/>
                  </a:lnTo>
                  <a:lnTo>
                    <a:pt x="1998980" y="103822"/>
                  </a:lnTo>
                  <a:lnTo>
                    <a:pt x="2000834" y="106146"/>
                  </a:lnTo>
                  <a:lnTo>
                    <a:pt x="2003729" y="109778"/>
                  </a:lnTo>
                  <a:lnTo>
                    <a:pt x="2015324" y="110515"/>
                  </a:lnTo>
                  <a:lnTo>
                    <a:pt x="2015731" y="105486"/>
                  </a:lnTo>
                  <a:close/>
                </a:path>
                <a:path w="3398520" h="750569">
                  <a:moveTo>
                    <a:pt x="2037397" y="37947"/>
                  </a:moveTo>
                  <a:lnTo>
                    <a:pt x="2035060" y="36347"/>
                  </a:lnTo>
                  <a:lnTo>
                    <a:pt x="2031733" y="35712"/>
                  </a:lnTo>
                  <a:lnTo>
                    <a:pt x="2026780" y="34848"/>
                  </a:lnTo>
                  <a:lnTo>
                    <a:pt x="2024024" y="36220"/>
                  </a:lnTo>
                  <a:lnTo>
                    <a:pt x="2025053" y="37922"/>
                  </a:lnTo>
                  <a:lnTo>
                    <a:pt x="2026754" y="40754"/>
                  </a:lnTo>
                  <a:lnTo>
                    <a:pt x="2036102" y="41808"/>
                  </a:lnTo>
                  <a:lnTo>
                    <a:pt x="2037397" y="37947"/>
                  </a:lnTo>
                  <a:close/>
                </a:path>
                <a:path w="3398520" h="750569">
                  <a:moveTo>
                    <a:pt x="2454643" y="204965"/>
                  </a:moveTo>
                  <a:lnTo>
                    <a:pt x="2452446" y="202946"/>
                  </a:lnTo>
                  <a:lnTo>
                    <a:pt x="2449284" y="202082"/>
                  </a:lnTo>
                  <a:lnTo>
                    <a:pt x="2444458" y="200901"/>
                  </a:lnTo>
                  <a:lnTo>
                    <a:pt x="2441689" y="202793"/>
                  </a:lnTo>
                  <a:lnTo>
                    <a:pt x="2443048" y="205105"/>
                  </a:lnTo>
                  <a:lnTo>
                    <a:pt x="2445105" y="208597"/>
                  </a:lnTo>
                  <a:lnTo>
                    <a:pt x="2453335" y="209715"/>
                  </a:lnTo>
                  <a:lnTo>
                    <a:pt x="2454643" y="204965"/>
                  </a:lnTo>
                  <a:close/>
                </a:path>
                <a:path w="3398520" h="750569">
                  <a:moveTo>
                    <a:pt x="2458859" y="741197"/>
                  </a:moveTo>
                  <a:lnTo>
                    <a:pt x="2453779" y="736041"/>
                  </a:lnTo>
                  <a:lnTo>
                    <a:pt x="2446413" y="734072"/>
                  </a:lnTo>
                  <a:lnTo>
                    <a:pt x="2438514" y="733463"/>
                  </a:lnTo>
                  <a:lnTo>
                    <a:pt x="2433129" y="735355"/>
                  </a:lnTo>
                  <a:lnTo>
                    <a:pt x="2430780" y="738936"/>
                  </a:lnTo>
                  <a:lnTo>
                    <a:pt x="2432024" y="743445"/>
                  </a:lnTo>
                  <a:lnTo>
                    <a:pt x="2438158" y="748385"/>
                  </a:lnTo>
                  <a:lnTo>
                    <a:pt x="2446261" y="750531"/>
                  </a:lnTo>
                  <a:lnTo>
                    <a:pt x="2453665" y="749668"/>
                  </a:lnTo>
                  <a:lnTo>
                    <a:pt x="2457729" y="745566"/>
                  </a:lnTo>
                  <a:lnTo>
                    <a:pt x="2458859" y="741197"/>
                  </a:lnTo>
                  <a:close/>
                </a:path>
                <a:path w="3398520" h="750569">
                  <a:moveTo>
                    <a:pt x="2471940" y="138125"/>
                  </a:moveTo>
                  <a:lnTo>
                    <a:pt x="2470213" y="136461"/>
                  </a:lnTo>
                  <a:lnTo>
                    <a:pt x="2467711" y="135763"/>
                  </a:lnTo>
                  <a:lnTo>
                    <a:pt x="2463838" y="134810"/>
                  </a:lnTo>
                  <a:lnTo>
                    <a:pt x="2461641" y="136283"/>
                  </a:lnTo>
                  <a:lnTo>
                    <a:pt x="2464460" y="140931"/>
                  </a:lnTo>
                  <a:lnTo>
                    <a:pt x="2470899" y="141846"/>
                  </a:lnTo>
                  <a:lnTo>
                    <a:pt x="2471940" y="138125"/>
                  </a:lnTo>
                  <a:close/>
                </a:path>
                <a:path w="3398520" h="750569">
                  <a:moveTo>
                    <a:pt x="2477147" y="666013"/>
                  </a:moveTo>
                  <a:lnTo>
                    <a:pt x="2472525" y="661327"/>
                  </a:lnTo>
                  <a:lnTo>
                    <a:pt x="2465832" y="659498"/>
                  </a:lnTo>
                  <a:lnTo>
                    <a:pt x="2455011" y="656894"/>
                  </a:lnTo>
                  <a:lnTo>
                    <a:pt x="2448915" y="662178"/>
                  </a:lnTo>
                  <a:lnTo>
                    <a:pt x="2452776" y="667880"/>
                  </a:lnTo>
                  <a:lnTo>
                    <a:pt x="2458351" y="672401"/>
                  </a:lnTo>
                  <a:lnTo>
                    <a:pt x="2465717" y="674395"/>
                  </a:lnTo>
                  <a:lnTo>
                    <a:pt x="2472448" y="673646"/>
                  </a:lnTo>
                  <a:lnTo>
                    <a:pt x="2476131" y="669950"/>
                  </a:lnTo>
                  <a:lnTo>
                    <a:pt x="2477147" y="666013"/>
                  </a:lnTo>
                  <a:close/>
                </a:path>
                <a:path w="3398520" h="750569">
                  <a:moveTo>
                    <a:pt x="2495118" y="592175"/>
                  </a:moveTo>
                  <a:lnTo>
                    <a:pt x="2490952" y="587946"/>
                  </a:lnTo>
                  <a:lnTo>
                    <a:pt x="2484907" y="586257"/>
                  </a:lnTo>
                  <a:lnTo>
                    <a:pt x="2475534" y="583946"/>
                  </a:lnTo>
                  <a:lnTo>
                    <a:pt x="2470124" y="588086"/>
                  </a:lnTo>
                  <a:lnTo>
                    <a:pt x="2472766" y="592988"/>
                  </a:lnTo>
                  <a:lnTo>
                    <a:pt x="2477528" y="597395"/>
                  </a:lnTo>
                  <a:lnTo>
                    <a:pt x="2484323" y="599516"/>
                  </a:lnTo>
                  <a:lnTo>
                    <a:pt x="2490698" y="599059"/>
                  </a:lnTo>
                  <a:lnTo>
                    <a:pt x="2494216" y="595706"/>
                  </a:lnTo>
                  <a:lnTo>
                    <a:pt x="2495118" y="592175"/>
                  </a:lnTo>
                  <a:close/>
                </a:path>
                <a:path w="3398520" h="750569">
                  <a:moveTo>
                    <a:pt x="2512796" y="519607"/>
                  </a:moveTo>
                  <a:lnTo>
                    <a:pt x="2509062" y="515823"/>
                  </a:lnTo>
                  <a:lnTo>
                    <a:pt x="2503665" y="514286"/>
                  </a:lnTo>
                  <a:lnTo>
                    <a:pt x="2495296" y="512165"/>
                  </a:lnTo>
                  <a:lnTo>
                    <a:pt x="2490482" y="515823"/>
                  </a:lnTo>
                  <a:lnTo>
                    <a:pt x="2496350" y="526630"/>
                  </a:lnTo>
                  <a:lnTo>
                    <a:pt x="2510472" y="528523"/>
                  </a:lnTo>
                  <a:lnTo>
                    <a:pt x="2512796" y="519607"/>
                  </a:lnTo>
                  <a:close/>
                </a:path>
                <a:path w="3398520" h="750569">
                  <a:moveTo>
                    <a:pt x="2727083" y="147967"/>
                  </a:moveTo>
                  <a:lnTo>
                    <a:pt x="2725966" y="146710"/>
                  </a:lnTo>
                  <a:lnTo>
                    <a:pt x="2724353" y="146138"/>
                  </a:lnTo>
                  <a:lnTo>
                    <a:pt x="2721686" y="145275"/>
                  </a:lnTo>
                  <a:lnTo>
                    <a:pt x="2720505" y="146507"/>
                  </a:lnTo>
                  <a:lnTo>
                    <a:pt x="2721140" y="147777"/>
                  </a:lnTo>
                  <a:lnTo>
                    <a:pt x="2722194" y="149872"/>
                  </a:lnTo>
                  <a:lnTo>
                    <a:pt x="2726410" y="150710"/>
                  </a:lnTo>
                  <a:lnTo>
                    <a:pt x="2727083" y="147967"/>
                  </a:lnTo>
                  <a:close/>
                </a:path>
                <a:path w="3398520" h="750569">
                  <a:moveTo>
                    <a:pt x="2741765" y="83731"/>
                  </a:moveTo>
                  <a:lnTo>
                    <a:pt x="2741028" y="82905"/>
                  </a:lnTo>
                  <a:lnTo>
                    <a:pt x="2739910" y="82499"/>
                  </a:lnTo>
                  <a:lnTo>
                    <a:pt x="2738221" y="81940"/>
                  </a:lnTo>
                  <a:lnTo>
                    <a:pt x="2737269" y="82638"/>
                  </a:lnTo>
                  <a:lnTo>
                    <a:pt x="2737751" y="83591"/>
                  </a:lnTo>
                  <a:lnTo>
                    <a:pt x="2738501" y="85013"/>
                  </a:lnTo>
                  <a:lnTo>
                    <a:pt x="2741307" y="85598"/>
                  </a:lnTo>
                  <a:lnTo>
                    <a:pt x="2741612" y="84378"/>
                  </a:lnTo>
                  <a:lnTo>
                    <a:pt x="2741765" y="83731"/>
                  </a:lnTo>
                  <a:close/>
                </a:path>
                <a:path w="3398520" h="750569">
                  <a:moveTo>
                    <a:pt x="3056648" y="84823"/>
                  </a:moveTo>
                  <a:lnTo>
                    <a:pt x="3056471" y="84734"/>
                  </a:lnTo>
                  <a:lnTo>
                    <a:pt x="3056559" y="84874"/>
                  </a:lnTo>
                  <a:close/>
                </a:path>
                <a:path w="3398520" h="750569">
                  <a:moveTo>
                    <a:pt x="3398316" y="319024"/>
                  </a:moveTo>
                  <a:close/>
                </a:path>
              </a:pathLst>
            </a:custGeom>
            <a:solidFill>
              <a:srgbClr val="FFFFFF">
                <a:alpha val="27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2413990"/>
              <a:ext cx="13335" cy="849630"/>
            </a:xfrm>
            <a:custGeom>
              <a:avLst/>
              <a:gdLst/>
              <a:ahLst/>
              <a:cxnLst/>
              <a:rect l="l" t="t" r="r" b="b"/>
              <a:pathLst>
                <a:path w="13335" h="849629">
                  <a:moveTo>
                    <a:pt x="11163" y="18300"/>
                  </a:moveTo>
                  <a:lnTo>
                    <a:pt x="6083" y="6311"/>
                  </a:lnTo>
                  <a:lnTo>
                    <a:pt x="0" y="0"/>
                  </a:lnTo>
                  <a:lnTo>
                    <a:pt x="0" y="42075"/>
                  </a:lnTo>
                  <a:lnTo>
                    <a:pt x="10388" y="30670"/>
                  </a:lnTo>
                  <a:lnTo>
                    <a:pt x="11163" y="18300"/>
                  </a:lnTo>
                  <a:close/>
                </a:path>
                <a:path w="13335" h="849629">
                  <a:moveTo>
                    <a:pt x="12954" y="834034"/>
                  </a:moveTo>
                  <a:lnTo>
                    <a:pt x="12700" y="818692"/>
                  </a:lnTo>
                  <a:lnTo>
                    <a:pt x="4521" y="804545"/>
                  </a:lnTo>
                  <a:lnTo>
                    <a:pt x="0" y="801014"/>
                  </a:lnTo>
                  <a:lnTo>
                    <a:pt x="0" y="849337"/>
                  </a:lnTo>
                  <a:lnTo>
                    <a:pt x="12954" y="834034"/>
                  </a:lnTo>
                  <a:close/>
                </a:path>
              </a:pathLst>
            </a:custGeom>
            <a:solidFill>
              <a:srgbClr val="808080">
                <a:alpha val="27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1874" y="826998"/>
              <a:ext cx="5035790" cy="268566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019681" y="1270508"/>
              <a:ext cx="19685" cy="10795"/>
            </a:xfrm>
            <a:custGeom>
              <a:avLst/>
              <a:gdLst/>
              <a:ahLst/>
              <a:cxnLst/>
              <a:rect l="l" t="t" r="r" b="b"/>
              <a:pathLst>
                <a:path w="19685" h="10794">
                  <a:moveTo>
                    <a:pt x="0" y="10767"/>
                  </a:moveTo>
                  <a:lnTo>
                    <a:pt x="19621" y="10767"/>
                  </a:lnTo>
                  <a:lnTo>
                    <a:pt x="19621" y="0"/>
                  </a:lnTo>
                  <a:lnTo>
                    <a:pt x="0" y="0"/>
                  </a:lnTo>
                  <a:lnTo>
                    <a:pt x="0" y="10767"/>
                  </a:lnTo>
                  <a:close/>
                </a:path>
              </a:pathLst>
            </a:custGeom>
            <a:solidFill>
              <a:srgbClr val="808080">
                <a:alpha val="27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822960"/>
              <a:ext cx="4508500" cy="447675"/>
            </a:xfrm>
            <a:custGeom>
              <a:avLst/>
              <a:gdLst/>
              <a:ahLst/>
              <a:cxnLst/>
              <a:rect l="l" t="t" r="r" b="b"/>
              <a:pathLst>
                <a:path w="4508500" h="447675">
                  <a:moveTo>
                    <a:pt x="4507992" y="0"/>
                  </a:moveTo>
                  <a:lnTo>
                    <a:pt x="0" y="0"/>
                  </a:lnTo>
                  <a:lnTo>
                    <a:pt x="0" y="447548"/>
                  </a:lnTo>
                  <a:lnTo>
                    <a:pt x="4507992" y="447548"/>
                  </a:lnTo>
                  <a:lnTo>
                    <a:pt x="4507992" y="0"/>
                  </a:lnTo>
                  <a:close/>
                </a:path>
              </a:pathLst>
            </a:custGeom>
            <a:solidFill>
              <a:srgbClr val="FFE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0" y="9729216"/>
            <a:ext cx="7772400" cy="329565"/>
          </a:xfrm>
          <a:custGeom>
            <a:avLst/>
            <a:gdLst/>
            <a:ahLst/>
            <a:cxnLst/>
            <a:rect l="l" t="t" r="r" b="b"/>
            <a:pathLst>
              <a:path w="7772400" h="329565">
                <a:moveTo>
                  <a:pt x="7772400" y="0"/>
                </a:moveTo>
                <a:lnTo>
                  <a:pt x="0" y="0"/>
                </a:lnTo>
                <a:lnTo>
                  <a:pt x="0" y="329183"/>
                </a:lnTo>
                <a:lnTo>
                  <a:pt x="7772400" y="329183"/>
                </a:lnTo>
                <a:lnTo>
                  <a:pt x="7772400" y="0"/>
                </a:lnTo>
                <a:close/>
              </a:path>
            </a:pathLst>
          </a:custGeom>
          <a:solidFill>
            <a:srgbClr val="FFE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90550" y="5876290"/>
            <a:ext cx="3133725" cy="1562100"/>
          </a:xfrm>
          <a:custGeom>
            <a:avLst/>
            <a:gdLst/>
            <a:ahLst/>
            <a:cxnLst/>
            <a:rect l="l" t="t" r="r" b="b"/>
            <a:pathLst>
              <a:path w="3133725" h="1562100">
                <a:moveTo>
                  <a:pt x="171450" y="0"/>
                </a:moveTo>
                <a:lnTo>
                  <a:pt x="125871" y="6124"/>
                </a:lnTo>
                <a:lnTo>
                  <a:pt x="84915" y="23407"/>
                </a:lnTo>
                <a:lnTo>
                  <a:pt x="50215" y="50215"/>
                </a:lnTo>
                <a:lnTo>
                  <a:pt x="23407" y="84915"/>
                </a:lnTo>
                <a:lnTo>
                  <a:pt x="6124" y="125871"/>
                </a:lnTo>
                <a:lnTo>
                  <a:pt x="0" y="171450"/>
                </a:lnTo>
                <a:lnTo>
                  <a:pt x="0" y="1390650"/>
                </a:lnTo>
                <a:lnTo>
                  <a:pt x="6124" y="1436228"/>
                </a:lnTo>
                <a:lnTo>
                  <a:pt x="23407" y="1477184"/>
                </a:lnTo>
                <a:lnTo>
                  <a:pt x="50215" y="1511884"/>
                </a:lnTo>
                <a:lnTo>
                  <a:pt x="84915" y="1538692"/>
                </a:lnTo>
                <a:lnTo>
                  <a:pt x="125871" y="1555975"/>
                </a:lnTo>
                <a:lnTo>
                  <a:pt x="171450" y="1562100"/>
                </a:lnTo>
                <a:lnTo>
                  <a:pt x="2962275" y="1562100"/>
                </a:lnTo>
                <a:lnTo>
                  <a:pt x="3007853" y="1555975"/>
                </a:lnTo>
                <a:lnTo>
                  <a:pt x="3048809" y="1538692"/>
                </a:lnTo>
                <a:lnTo>
                  <a:pt x="3083509" y="1511884"/>
                </a:lnTo>
                <a:lnTo>
                  <a:pt x="3110317" y="1477184"/>
                </a:lnTo>
                <a:lnTo>
                  <a:pt x="3127600" y="1436228"/>
                </a:lnTo>
                <a:lnTo>
                  <a:pt x="3133725" y="1390650"/>
                </a:lnTo>
                <a:lnTo>
                  <a:pt x="3133725" y="171450"/>
                </a:lnTo>
                <a:lnTo>
                  <a:pt x="3127600" y="125871"/>
                </a:lnTo>
                <a:lnTo>
                  <a:pt x="3110317" y="84915"/>
                </a:lnTo>
                <a:lnTo>
                  <a:pt x="3083509" y="50215"/>
                </a:lnTo>
                <a:lnTo>
                  <a:pt x="3048809" y="23407"/>
                </a:lnTo>
                <a:lnTo>
                  <a:pt x="3007853" y="6124"/>
                </a:lnTo>
                <a:lnTo>
                  <a:pt x="2962275" y="0"/>
                </a:lnTo>
                <a:lnTo>
                  <a:pt x="171450" y="0"/>
                </a:lnTo>
                <a:close/>
              </a:path>
            </a:pathLst>
          </a:custGeom>
          <a:ln w="38100">
            <a:solidFill>
              <a:srgbClr val="FFE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47622" y="941322"/>
            <a:ext cx="174942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b="1" spc="95" dirty="0">
                <a:solidFill>
                  <a:srgbClr val="231F20"/>
                </a:solidFill>
                <a:latin typeface="Myriad Pro Light"/>
                <a:cs typeface="Myriad Pro Light"/>
              </a:rPr>
              <a:t>{Industry}</a:t>
            </a:r>
            <a:endParaRPr sz="1200" dirty="0">
              <a:latin typeface="Myriad Pro Light"/>
              <a:cs typeface="Myriad Pro Ligh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58800" y="7477759"/>
            <a:ext cx="3113405" cy="882356"/>
          </a:xfrm>
          <a:prstGeom prst="rect">
            <a:avLst/>
          </a:prstGeom>
        </p:spPr>
        <p:txBody>
          <a:bodyPr vert="horz" wrap="square" lIns="0" tIns="24002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89"/>
              </a:spcBef>
            </a:pPr>
            <a:r>
              <a:rPr sz="2800" b="1" spc="-10" dirty="0">
                <a:solidFill>
                  <a:srgbClr val="52555A"/>
                </a:solidFill>
                <a:latin typeface="Myriad Pro Light"/>
                <a:cs typeface="Myriad Pro Light"/>
              </a:rPr>
              <a:t>Solution</a:t>
            </a:r>
            <a:endParaRPr sz="2800" dirty="0">
              <a:latin typeface="Myriad Pro Light"/>
              <a:cs typeface="Myriad Pro Light"/>
            </a:endParaRPr>
          </a:p>
          <a:p>
            <a:pPr marL="12700" marR="5080">
              <a:lnSpc>
                <a:spcPct val="101899"/>
              </a:lnSpc>
              <a:spcBef>
                <a:spcPts val="555"/>
              </a:spcBef>
            </a:pPr>
            <a:r>
              <a:rPr lang="en-US" sz="900" dirty="0">
                <a:solidFill>
                  <a:srgbClr val="1E1E1E"/>
                </a:solidFill>
                <a:latin typeface="Myriad Pro"/>
                <a:cs typeface="Myriad Pro"/>
              </a:rPr>
              <a:t>{Solution}</a:t>
            </a:r>
            <a:r>
              <a:rPr sz="900" spc="-20" dirty="0">
                <a:solidFill>
                  <a:srgbClr val="1E1E1E"/>
                </a:solidFill>
                <a:latin typeface="Myriad Pro"/>
                <a:cs typeface="Myriad Pro"/>
              </a:rPr>
              <a:t>.</a:t>
            </a:r>
            <a:endParaRPr sz="900" dirty="0">
              <a:latin typeface="Myriad Pro"/>
              <a:cs typeface="Myriad Pr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11072" y="3439160"/>
            <a:ext cx="3113405" cy="882356"/>
          </a:xfrm>
          <a:prstGeom prst="rect">
            <a:avLst/>
          </a:prstGeom>
        </p:spPr>
        <p:txBody>
          <a:bodyPr vert="horz" wrap="square" lIns="0" tIns="24002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89"/>
              </a:spcBef>
            </a:pPr>
            <a:r>
              <a:rPr sz="2800" b="1" spc="-10" dirty="0">
                <a:solidFill>
                  <a:srgbClr val="52555A"/>
                </a:solidFill>
                <a:latin typeface="Myriad Pro Light"/>
                <a:cs typeface="Myriad Pro Light"/>
              </a:rPr>
              <a:t>Results</a:t>
            </a:r>
            <a:endParaRPr sz="2800" dirty="0">
              <a:latin typeface="Myriad Pro Light"/>
              <a:cs typeface="Myriad Pro Light"/>
            </a:endParaRPr>
          </a:p>
          <a:p>
            <a:pPr marL="12700" marR="5080" algn="just">
              <a:lnSpc>
                <a:spcPct val="101899"/>
              </a:lnSpc>
              <a:spcBef>
                <a:spcPts val="555"/>
              </a:spcBef>
            </a:pPr>
            <a:r>
              <a:rPr lang="en-US" sz="900" dirty="0">
                <a:solidFill>
                  <a:srgbClr val="1E1E1E"/>
                </a:solidFill>
                <a:latin typeface="Myriad Pro"/>
                <a:cs typeface="Myriad Pro"/>
              </a:rPr>
              <a:t>{Results}</a:t>
            </a:r>
            <a:endParaRPr sz="900" dirty="0">
              <a:latin typeface="Myriad Pro"/>
              <a:cs typeface="Myriad Pro"/>
            </a:endParaRP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89670" y="262534"/>
            <a:ext cx="1958480" cy="355794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558800" y="3439160"/>
            <a:ext cx="3113405" cy="882356"/>
          </a:xfrm>
          <a:prstGeom prst="rect">
            <a:avLst/>
          </a:prstGeom>
        </p:spPr>
        <p:txBody>
          <a:bodyPr vert="horz" wrap="square" lIns="0" tIns="24002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89"/>
              </a:spcBef>
            </a:pPr>
            <a:r>
              <a:rPr sz="2800" b="1" spc="-10" dirty="0">
                <a:solidFill>
                  <a:srgbClr val="52555A"/>
                </a:solidFill>
                <a:latin typeface="Myriad Pro Light"/>
                <a:cs typeface="Myriad Pro Light"/>
              </a:rPr>
              <a:t>Challenge</a:t>
            </a:r>
            <a:endParaRPr sz="2800" dirty="0">
              <a:latin typeface="Myriad Pro Light"/>
              <a:cs typeface="Myriad Pro Light"/>
            </a:endParaRPr>
          </a:p>
          <a:p>
            <a:pPr marL="12700" marR="5080" algn="just">
              <a:lnSpc>
                <a:spcPct val="101899"/>
              </a:lnSpc>
              <a:spcBef>
                <a:spcPts val="555"/>
              </a:spcBef>
            </a:pPr>
            <a:r>
              <a:rPr lang="en-US" sz="900" dirty="0">
                <a:solidFill>
                  <a:srgbClr val="1E1E1E"/>
                </a:solidFill>
                <a:latin typeface="Myriad Pro"/>
                <a:cs typeface="Myriad Pro"/>
              </a:rPr>
              <a:t>{Challenge}</a:t>
            </a:r>
            <a:r>
              <a:rPr sz="900" spc="-10" dirty="0">
                <a:solidFill>
                  <a:srgbClr val="1E1E1E"/>
                </a:solidFill>
                <a:latin typeface="Myriad Pro"/>
                <a:cs typeface="Myriad Pro"/>
              </a:rPr>
              <a:t>.</a:t>
            </a:r>
            <a:endParaRPr sz="900" dirty="0">
              <a:latin typeface="Myriad Pro"/>
              <a:cs typeface="Myriad Pro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042822" y="7081266"/>
            <a:ext cx="3139440" cy="1562100"/>
          </a:xfrm>
          <a:custGeom>
            <a:avLst/>
            <a:gdLst/>
            <a:ahLst/>
            <a:cxnLst/>
            <a:rect l="l" t="t" r="r" b="b"/>
            <a:pathLst>
              <a:path w="3139440" h="1562100">
                <a:moveTo>
                  <a:pt x="171450" y="0"/>
                </a:moveTo>
                <a:lnTo>
                  <a:pt x="125871" y="6124"/>
                </a:lnTo>
                <a:lnTo>
                  <a:pt x="84915" y="23407"/>
                </a:lnTo>
                <a:lnTo>
                  <a:pt x="50215" y="50215"/>
                </a:lnTo>
                <a:lnTo>
                  <a:pt x="23407" y="84915"/>
                </a:lnTo>
                <a:lnTo>
                  <a:pt x="6124" y="125871"/>
                </a:lnTo>
                <a:lnTo>
                  <a:pt x="0" y="171449"/>
                </a:lnTo>
                <a:lnTo>
                  <a:pt x="0" y="1390649"/>
                </a:lnTo>
                <a:lnTo>
                  <a:pt x="6124" y="1436228"/>
                </a:lnTo>
                <a:lnTo>
                  <a:pt x="23407" y="1477184"/>
                </a:lnTo>
                <a:lnTo>
                  <a:pt x="50215" y="1511884"/>
                </a:lnTo>
                <a:lnTo>
                  <a:pt x="84915" y="1538692"/>
                </a:lnTo>
                <a:lnTo>
                  <a:pt x="125871" y="1555975"/>
                </a:lnTo>
                <a:lnTo>
                  <a:pt x="171450" y="1562099"/>
                </a:lnTo>
                <a:lnTo>
                  <a:pt x="2967583" y="1562099"/>
                </a:lnTo>
                <a:lnTo>
                  <a:pt x="3013158" y="1555975"/>
                </a:lnTo>
                <a:lnTo>
                  <a:pt x="3054112" y="1538692"/>
                </a:lnTo>
                <a:lnTo>
                  <a:pt x="3088813" y="1511884"/>
                </a:lnTo>
                <a:lnTo>
                  <a:pt x="3115623" y="1477184"/>
                </a:lnTo>
                <a:lnTo>
                  <a:pt x="3132908" y="1436228"/>
                </a:lnTo>
                <a:lnTo>
                  <a:pt x="3139033" y="1390649"/>
                </a:lnTo>
                <a:lnTo>
                  <a:pt x="3139033" y="171449"/>
                </a:lnTo>
                <a:lnTo>
                  <a:pt x="3132908" y="125871"/>
                </a:lnTo>
                <a:lnTo>
                  <a:pt x="3115623" y="84915"/>
                </a:lnTo>
                <a:lnTo>
                  <a:pt x="3088813" y="50215"/>
                </a:lnTo>
                <a:lnTo>
                  <a:pt x="3054112" y="23407"/>
                </a:lnTo>
                <a:lnTo>
                  <a:pt x="3013158" y="6124"/>
                </a:lnTo>
                <a:lnTo>
                  <a:pt x="2967583" y="0"/>
                </a:lnTo>
                <a:lnTo>
                  <a:pt x="171450" y="0"/>
                </a:lnTo>
                <a:close/>
              </a:path>
            </a:pathLst>
          </a:custGeom>
          <a:ln w="38099">
            <a:solidFill>
              <a:srgbClr val="FFE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xfrm>
            <a:off x="508952" y="77763"/>
            <a:ext cx="171958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0" dirty="0"/>
              <a:t>CASE</a:t>
            </a:r>
            <a:r>
              <a:rPr spc="330" dirty="0"/>
              <a:t> </a:t>
            </a:r>
            <a:r>
              <a:rPr spc="80" dirty="0"/>
              <a:t>STUDY</a:t>
            </a:r>
          </a:p>
        </p:txBody>
      </p:sp>
      <p:sp>
        <p:nvSpPr>
          <p:cNvPr id="18" name="object 18"/>
          <p:cNvSpPr/>
          <p:nvPr/>
        </p:nvSpPr>
        <p:spPr>
          <a:xfrm>
            <a:off x="4029075" y="8808054"/>
            <a:ext cx="3171825" cy="0"/>
          </a:xfrm>
          <a:custGeom>
            <a:avLst/>
            <a:gdLst/>
            <a:ahLst/>
            <a:cxnLst/>
            <a:rect l="l" t="t" r="r" b="b"/>
            <a:pathLst>
              <a:path w="3171825">
                <a:moveTo>
                  <a:pt x="0" y="0"/>
                </a:moveTo>
                <a:lnTo>
                  <a:pt x="3171825" y="0"/>
                </a:lnTo>
              </a:path>
            </a:pathLst>
          </a:custGeom>
          <a:ln w="6350">
            <a:solidFill>
              <a:srgbClr val="BCBE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894330" y="822960"/>
            <a:ext cx="3878579" cy="2688590"/>
          </a:xfrm>
          <a:custGeom>
            <a:avLst/>
            <a:gdLst/>
            <a:ahLst/>
            <a:cxnLst/>
            <a:rect l="l" t="t" r="r" b="b"/>
            <a:pathLst>
              <a:path w="3878579" h="2688590">
                <a:moveTo>
                  <a:pt x="0" y="0"/>
                </a:moveTo>
                <a:lnTo>
                  <a:pt x="974483" y="2688336"/>
                </a:lnTo>
                <a:lnTo>
                  <a:pt x="3878072" y="2688336"/>
                </a:lnTo>
                <a:lnTo>
                  <a:pt x="3878072" y="2070"/>
                </a:lnTo>
                <a:lnTo>
                  <a:pt x="0" y="0"/>
                </a:lnTo>
                <a:close/>
              </a:path>
            </a:pathLst>
          </a:custGeom>
          <a:solidFill>
            <a:srgbClr val="D1D3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88263" y="2701036"/>
            <a:ext cx="3413125" cy="2014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100"/>
              </a:spcBef>
            </a:pPr>
            <a:r>
              <a:rPr lang="en-US" sz="1200" b="1" dirty="0">
                <a:solidFill>
                  <a:srgbClr val="FFFFFF"/>
                </a:solidFill>
                <a:latin typeface="Myriad Pro Light"/>
                <a:cs typeface="Myriad Pro Light"/>
              </a:rPr>
              <a:t>{Product}</a:t>
            </a:r>
            <a:endParaRPr sz="1200" dirty="0">
              <a:latin typeface="Myriad Pro"/>
              <a:cs typeface="Myriad Pro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799691" y="0"/>
            <a:ext cx="972819" cy="2665730"/>
          </a:xfrm>
          <a:custGeom>
            <a:avLst/>
            <a:gdLst/>
            <a:ahLst/>
            <a:cxnLst/>
            <a:rect l="l" t="t" r="r" b="b"/>
            <a:pathLst>
              <a:path w="972820" h="2665730">
                <a:moveTo>
                  <a:pt x="972707" y="0"/>
                </a:moveTo>
                <a:lnTo>
                  <a:pt x="0" y="0"/>
                </a:lnTo>
                <a:lnTo>
                  <a:pt x="972707" y="2665427"/>
                </a:lnTo>
                <a:lnTo>
                  <a:pt x="972707" y="0"/>
                </a:lnTo>
                <a:close/>
              </a:path>
            </a:pathLst>
          </a:custGeom>
          <a:solidFill>
            <a:srgbClr val="FFE600">
              <a:alpha val="8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4980940" y="1070664"/>
            <a:ext cx="233553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07390">
              <a:lnSpc>
                <a:spcPct val="100000"/>
              </a:lnSpc>
              <a:spcBef>
                <a:spcPts val="100"/>
              </a:spcBef>
            </a:pPr>
            <a:r>
              <a:rPr lang="en-US" sz="1500" b="1" dirty="0">
                <a:solidFill>
                  <a:srgbClr val="EC008C"/>
                </a:solidFill>
                <a:latin typeface="Myriad Pro Light"/>
                <a:cs typeface="Myriad Pro"/>
              </a:rPr>
              <a:t>PHOTO</a:t>
            </a:r>
            <a:endParaRPr sz="1500" dirty="0">
              <a:latin typeface="Myriad Pro"/>
              <a:cs typeface="Myriad Pro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016375" y="8852377"/>
            <a:ext cx="3199130" cy="45148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algn="just">
              <a:lnSpc>
                <a:spcPts val="550"/>
              </a:lnSpc>
              <a:spcBef>
                <a:spcPts val="135"/>
              </a:spcBef>
            </a:pP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Technical</a:t>
            </a:r>
            <a:r>
              <a:rPr sz="500" spc="125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data</a:t>
            </a:r>
            <a:r>
              <a:rPr sz="500" spc="130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reflects</a:t>
            </a:r>
            <a:r>
              <a:rPr sz="500" spc="130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results</a:t>
            </a:r>
            <a:r>
              <a:rPr sz="500" spc="130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of</a:t>
            </a:r>
            <a:r>
              <a:rPr sz="500" spc="125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laboratory</a:t>
            </a:r>
            <a:r>
              <a:rPr sz="500" spc="130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tests</a:t>
            </a:r>
            <a:r>
              <a:rPr sz="500" spc="130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and</a:t>
            </a:r>
            <a:r>
              <a:rPr sz="500" spc="130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is</a:t>
            </a:r>
            <a:r>
              <a:rPr sz="500" spc="130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intended</a:t>
            </a:r>
            <a:r>
              <a:rPr sz="500" spc="125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to</a:t>
            </a:r>
            <a:r>
              <a:rPr sz="500" spc="130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indicate</a:t>
            </a:r>
            <a:r>
              <a:rPr sz="500" spc="130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general</a:t>
            </a:r>
            <a:r>
              <a:rPr sz="500" spc="130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characteristics</a:t>
            </a:r>
            <a:r>
              <a:rPr sz="500" spc="130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only.</a:t>
            </a:r>
            <a:r>
              <a:rPr sz="500" spc="125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spc="-20" dirty="0">
                <a:solidFill>
                  <a:srgbClr val="1E1E1E"/>
                </a:solidFill>
                <a:latin typeface="Myriad Pro"/>
                <a:cs typeface="Myriad Pro"/>
              </a:rPr>
              <a:t>A.W.</a:t>
            </a:r>
            <a:r>
              <a:rPr sz="500" spc="500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Chesterton</a:t>
            </a:r>
            <a:r>
              <a:rPr sz="500" spc="30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Company</a:t>
            </a:r>
            <a:r>
              <a:rPr sz="500" spc="30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disclaims</a:t>
            </a:r>
            <a:r>
              <a:rPr sz="500" spc="35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all</a:t>
            </a:r>
            <a:r>
              <a:rPr sz="500" spc="30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warranties</a:t>
            </a:r>
            <a:r>
              <a:rPr sz="500" spc="35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expressed</a:t>
            </a:r>
            <a:r>
              <a:rPr sz="500" spc="30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or</a:t>
            </a:r>
            <a:r>
              <a:rPr sz="500" spc="30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implied,</a:t>
            </a:r>
            <a:r>
              <a:rPr sz="500" spc="35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including</a:t>
            </a:r>
            <a:r>
              <a:rPr sz="500" spc="30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warranties</a:t>
            </a:r>
            <a:r>
              <a:rPr sz="500" spc="35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of</a:t>
            </a:r>
            <a:r>
              <a:rPr sz="500" spc="30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merchantability</a:t>
            </a:r>
            <a:r>
              <a:rPr sz="500" spc="35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and</a:t>
            </a:r>
            <a:r>
              <a:rPr sz="500" spc="30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spc="-10" dirty="0">
                <a:solidFill>
                  <a:srgbClr val="1E1E1E"/>
                </a:solidFill>
                <a:latin typeface="Myriad Pro"/>
                <a:cs typeface="Myriad Pro"/>
              </a:rPr>
              <a:t>fitness</a:t>
            </a:r>
            <a:r>
              <a:rPr sz="500" spc="500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for</a:t>
            </a:r>
            <a:r>
              <a:rPr sz="500" spc="45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a</a:t>
            </a:r>
            <a:r>
              <a:rPr sz="500" spc="45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particular</a:t>
            </a:r>
            <a:r>
              <a:rPr sz="500" spc="45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purpose.</a:t>
            </a:r>
            <a:r>
              <a:rPr sz="500" spc="45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Liability,</a:t>
            </a:r>
            <a:r>
              <a:rPr sz="500" spc="45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if</a:t>
            </a:r>
            <a:r>
              <a:rPr sz="500" spc="45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any,</a:t>
            </a:r>
            <a:r>
              <a:rPr sz="500" spc="45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is</a:t>
            </a:r>
            <a:r>
              <a:rPr sz="500" spc="45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limited</a:t>
            </a:r>
            <a:r>
              <a:rPr sz="500" spc="45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to</a:t>
            </a:r>
            <a:r>
              <a:rPr sz="500" spc="45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product</a:t>
            </a:r>
            <a:r>
              <a:rPr sz="500" spc="45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replacement</a:t>
            </a:r>
            <a:r>
              <a:rPr sz="500" spc="50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only.</a:t>
            </a:r>
            <a:r>
              <a:rPr sz="500" spc="45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Any</a:t>
            </a:r>
            <a:r>
              <a:rPr sz="500" spc="45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images</a:t>
            </a:r>
            <a:r>
              <a:rPr sz="500" spc="45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contained</a:t>
            </a:r>
            <a:r>
              <a:rPr sz="500" spc="45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herein</a:t>
            </a:r>
            <a:r>
              <a:rPr sz="500" spc="45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are</a:t>
            </a:r>
            <a:r>
              <a:rPr sz="500" spc="45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spc="-25" dirty="0">
                <a:solidFill>
                  <a:srgbClr val="1E1E1E"/>
                </a:solidFill>
                <a:latin typeface="Myriad Pro"/>
                <a:cs typeface="Myriad Pro"/>
              </a:rPr>
              <a:t>for</a:t>
            </a:r>
            <a:r>
              <a:rPr sz="500" spc="500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general</a:t>
            </a:r>
            <a:r>
              <a:rPr sz="500" spc="50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illustrative</a:t>
            </a:r>
            <a:r>
              <a:rPr sz="500" spc="50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or</a:t>
            </a:r>
            <a:r>
              <a:rPr sz="500" spc="55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aesthetic</a:t>
            </a:r>
            <a:r>
              <a:rPr sz="500" spc="50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purposes</a:t>
            </a:r>
            <a:r>
              <a:rPr sz="500" spc="50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only</a:t>
            </a:r>
            <a:r>
              <a:rPr sz="500" spc="55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and</a:t>
            </a:r>
            <a:r>
              <a:rPr sz="500" spc="50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are</a:t>
            </a:r>
            <a:r>
              <a:rPr sz="500" spc="55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not</a:t>
            </a:r>
            <a:r>
              <a:rPr sz="500" spc="50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intended</a:t>
            </a:r>
            <a:r>
              <a:rPr sz="500" spc="50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to</a:t>
            </a:r>
            <a:r>
              <a:rPr sz="500" spc="55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convey</a:t>
            </a:r>
            <a:r>
              <a:rPr sz="500" spc="50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any</a:t>
            </a:r>
            <a:r>
              <a:rPr sz="500" spc="55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instructional,</a:t>
            </a:r>
            <a:r>
              <a:rPr sz="500" spc="50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safety,</a:t>
            </a:r>
            <a:r>
              <a:rPr sz="500" spc="50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handling</a:t>
            </a:r>
            <a:r>
              <a:rPr sz="500" spc="55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spc="-25" dirty="0">
                <a:solidFill>
                  <a:srgbClr val="1E1E1E"/>
                </a:solidFill>
                <a:latin typeface="Myriad Pro"/>
                <a:cs typeface="Myriad Pro"/>
              </a:rPr>
              <a:t>or</a:t>
            </a:r>
            <a:r>
              <a:rPr sz="500" spc="500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usage</a:t>
            </a:r>
            <a:r>
              <a:rPr sz="500" spc="20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information</a:t>
            </a:r>
            <a:r>
              <a:rPr sz="500" spc="25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or</a:t>
            </a:r>
            <a:r>
              <a:rPr sz="500" spc="25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advice</a:t>
            </a:r>
            <a:r>
              <a:rPr sz="500" spc="20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respecting</a:t>
            </a:r>
            <a:r>
              <a:rPr sz="500" spc="25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any</a:t>
            </a:r>
            <a:r>
              <a:rPr sz="500" spc="25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product</a:t>
            </a:r>
            <a:r>
              <a:rPr sz="500" spc="25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or</a:t>
            </a:r>
            <a:r>
              <a:rPr sz="500" spc="20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equipment.</a:t>
            </a:r>
            <a:r>
              <a:rPr sz="500" spc="25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Please</a:t>
            </a:r>
            <a:r>
              <a:rPr sz="500" spc="25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refer</a:t>
            </a:r>
            <a:r>
              <a:rPr sz="500" spc="20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to</a:t>
            </a:r>
            <a:r>
              <a:rPr sz="500" spc="25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relevant</a:t>
            </a:r>
            <a:r>
              <a:rPr sz="500" spc="25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Safety</a:t>
            </a:r>
            <a:r>
              <a:rPr sz="500" spc="25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Data</a:t>
            </a:r>
            <a:r>
              <a:rPr sz="500" spc="20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Sheets,</a:t>
            </a:r>
            <a:r>
              <a:rPr sz="500" spc="25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spc="-10" dirty="0">
                <a:solidFill>
                  <a:srgbClr val="1E1E1E"/>
                </a:solidFill>
                <a:latin typeface="Myriad Pro"/>
                <a:cs typeface="Myriad Pro"/>
              </a:rPr>
              <a:t>Product</a:t>
            </a:r>
            <a:r>
              <a:rPr sz="500" spc="500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Data</a:t>
            </a:r>
            <a:r>
              <a:rPr sz="500" spc="25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Sheets,</a:t>
            </a:r>
            <a:r>
              <a:rPr sz="500" spc="30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and/or</a:t>
            </a:r>
            <a:r>
              <a:rPr sz="500" spc="25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Product</a:t>
            </a:r>
            <a:r>
              <a:rPr sz="500" spc="30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Labels</a:t>
            </a:r>
            <a:r>
              <a:rPr sz="500" spc="25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for</a:t>
            </a:r>
            <a:r>
              <a:rPr sz="500" spc="30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safe</a:t>
            </a:r>
            <a:r>
              <a:rPr sz="500" spc="30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use,</a:t>
            </a:r>
            <a:r>
              <a:rPr sz="500" spc="25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storage,</a:t>
            </a:r>
            <a:r>
              <a:rPr sz="500" spc="30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handling,</a:t>
            </a:r>
            <a:r>
              <a:rPr sz="500" spc="25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and</a:t>
            </a:r>
            <a:r>
              <a:rPr sz="500" spc="30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disposal</a:t>
            </a:r>
            <a:r>
              <a:rPr sz="500" spc="30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of</a:t>
            </a:r>
            <a:r>
              <a:rPr sz="500" spc="25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products,</a:t>
            </a:r>
            <a:r>
              <a:rPr sz="500" spc="30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or</a:t>
            </a:r>
            <a:r>
              <a:rPr sz="500" spc="25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consult</a:t>
            </a:r>
            <a:r>
              <a:rPr sz="500" spc="30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with</a:t>
            </a:r>
            <a:r>
              <a:rPr sz="500" spc="25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your</a:t>
            </a:r>
            <a:r>
              <a:rPr sz="500" spc="30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spc="-10" dirty="0">
                <a:solidFill>
                  <a:srgbClr val="1E1E1E"/>
                </a:solidFill>
                <a:latin typeface="Myriad Pro"/>
                <a:cs typeface="Myriad Pro"/>
              </a:rPr>
              <a:t>local</a:t>
            </a:r>
            <a:endParaRPr sz="500">
              <a:latin typeface="Myriad Pro"/>
              <a:cs typeface="Myriad Pro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016375" y="9270207"/>
            <a:ext cx="3197225" cy="10350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Chesterton</a:t>
            </a:r>
            <a:r>
              <a:rPr sz="500" spc="5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sales</a:t>
            </a:r>
            <a:r>
              <a:rPr sz="500" spc="5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representative.</a:t>
            </a:r>
            <a:r>
              <a:rPr sz="500" spc="10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b="1" dirty="0">
                <a:solidFill>
                  <a:srgbClr val="1E1E1E"/>
                </a:solidFill>
                <a:latin typeface="Myriad Pro Light"/>
                <a:cs typeface="Myriad Pro Light"/>
              </a:rPr>
              <a:t>A.W.</a:t>
            </a:r>
            <a:r>
              <a:rPr sz="500" b="1" spc="5" dirty="0">
                <a:solidFill>
                  <a:srgbClr val="1E1E1E"/>
                </a:solidFill>
                <a:latin typeface="Myriad Pro Light"/>
                <a:cs typeface="Myriad Pro Light"/>
              </a:rPr>
              <a:t> </a:t>
            </a:r>
            <a:r>
              <a:rPr sz="500" b="1" dirty="0">
                <a:solidFill>
                  <a:srgbClr val="1E1E1E"/>
                </a:solidFill>
                <a:latin typeface="Myriad Pro Light"/>
                <a:cs typeface="Myriad Pro Light"/>
              </a:rPr>
              <a:t>Chesterton</a:t>
            </a:r>
            <a:r>
              <a:rPr sz="500" b="1" spc="10" dirty="0">
                <a:solidFill>
                  <a:srgbClr val="1E1E1E"/>
                </a:solidFill>
                <a:latin typeface="Myriad Pro Light"/>
                <a:cs typeface="Myriad Pro Light"/>
              </a:rPr>
              <a:t> </a:t>
            </a:r>
            <a:r>
              <a:rPr sz="500" b="1" dirty="0">
                <a:solidFill>
                  <a:srgbClr val="1E1E1E"/>
                </a:solidFill>
                <a:latin typeface="Myriad Pro Light"/>
                <a:cs typeface="Myriad Pro Light"/>
              </a:rPr>
              <a:t>Company,</a:t>
            </a:r>
            <a:r>
              <a:rPr sz="500" b="1" spc="5" dirty="0">
                <a:solidFill>
                  <a:srgbClr val="1E1E1E"/>
                </a:solidFill>
                <a:latin typeface="Myriad Pro Light"/>
                <a:cs typeface="Myriad Pro Light"/>
              </a:rPr>
              <a:t> </a:t>
            </a:r>
            <a:r>
              <a:rPr sz="500" b="1" dirty="0">
                <a:solidFill>
                  <a:srgbClr val="1E1E1E"/>
                </a:solidFill>
                <a:latin typeface="Myriad Pro Light"/>
                <a:cs typeface="Myriad Pro Light"/>
              </a:rPr>
              <a:t>860</a:t>
            </a:r>
            <a:r>
              <a:rPr sz="500" b="1" spc="10" dirty="0">
                <a:solidFill>
                  <a:srgbClr val="1E1E1E"/>
                </a:solidFill>
                <a:latin typeface="Myriad Pro Light"/>
                <a:cs typeface="Myriad Pro Light"/>
              </a:rPr>
              <a:t> </a:t>
            </a:r>
            <a:r>
              <a:rPr sz="500" b="1" dirty="0">
                <a:solidFill>
                  <a:srgbClr val="1E1E1E"/>
                </a:solidFill>
                <a:latin typeface="Myriad Pro Light"/>
                <a:cs typeface="Myriad Pro Light"/>
              </a:rPr>
              <a:t>Salem</a:t>
            </a:r>
            <a:r>
              <a:rPr sz="500" b="1" spc="5" dirty="0">
                <a:solidFill>
                  <a:srgbClr val="1E1E1E"/>
                </a:solidFill>
                <a:latin typeface="Myriad Pro Light"/>
                <a:cs typeface="Myriad Pro Light"/>
              </a:rPr>
              <a:t> </a:t>
            </a:r>
            <a:r>
              <a:rPr sz="500" b="1" dirty="0">
                <a:solidFill>
                  <a:srgbClr val="1E1E1E"/>
                </a:solidFill>
                <a:latin typeface="Myriad Pro Light"/>
                <a:cs typeface="Myriad Pro Light"/>
              </a:rPr>
              <a:t>Street,</a:t>
            </a:r>
            <a:r>
              <a:rPr sz="500" b="1" spc="10" dirty="0">
                <a:solidFill>
                  <a:srgbClr val="1E1E1E"/>
                </a:solidFill>
                <a:latin typeface="Myriad Pro Light"/>
                <a:cs typeface="Myriad Pro Light"/>
              </a:rPr>
              <a:t> </a:t>
            </a:r>
            <a:r>
              <a:rPr sz="500" b="1" dirty="0">
                <a:solidFill>
                  <a:srgbClr val="1E1E1E"/>
                </a:solidFill>
                <a:latin typeface="Myriad Pro Light"/>
                <a:cs typeface="Myriad Pro Light"/>
              </a:rPr>
              <a:t>Groveland,</a:t>
            </a:r>
            <a:r>
              <a:rPr sz="500" b="1" spc="5" dirty="0">
                <a:solidFill>
                  <a:srgbClr val="1E1E1E"/>
                </a:solidFill>
                <a:latin typeface="Myriad Pro Light"/>
                <a:cs typeface="Myriad Pro Light"/>
              </a:rPr>
              <a:t> </a:t>
            </a:r>
            <a:r>
              <a:rPr sz="500" b="1" dirty="0">
                <a:solidFill>
                  <a:srgbClr val="1E1E1E"/>
                </a:solidFill>
                <a:latin typeface="Myriad Pro Light"/>
                <a:cs typeface="Myriad Pro Light"/>
              </a:rPr>
              <a:t>MA</a:t>
            </a:r>
            <a:r>
              <a:rPr sz="500" b="1" spc="10" dirty="0">
                <a:solidFill>
                  <a:srgbClr val="1E1E1E"/>
                </a:solidFill>
                <a:latin typeface="Myriad Pro Light"/>
                <a:cs typeface="Myriad Pro Light"/>
              </a:rPr>
              <a:t> </a:t>
            </a:r>
            <a:r>
              <a:rPr sz="500" b="1" dirty="0">
                <a:solidFill>
                  <a:srgbClr val="1E1E1E"/>
                </a:solidFill>
                <a:latin typeface="Myriad Pro Light"/>
                <a:cs typeface="Myriad Pro Light"/>
              </a:rPr>
              <a:t>01834</a:t>
            </a:r>
            <a:r>
              <a:rPr sz="500" b="1" spc="5" dirty="0">
                <a:solidFill>
                  <a:srgbClr val="1E1E1E"/>
                </a:solidFill>
                <a:latin typeface="Myriad Pro Light"/>
                <a:cs typeface="Myriad Pro Light"/>
              </a:rPr>
              <a:t> </a:t>
            </a:r>
            <a:r>
              <a:rPr sz="500" b="1" dirty="0">
                <a:solidFill>
                  <a:srgbClr val="1E1E1E"/>
                </a:solidFill>
                <a:latin typeface="Myriad Pro Light"/>
                <a:cs typeface="Myriad Pro Light"/>
              </a:rPr>
              <a:t>USA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©</a:t>
            </a:r>
            <a:r>
              <a:rPr sz="500" spc="10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dirty="0">
                <a:solidFill>
                  <a:srgbClr val="1E1E1E"/>
                </a:solidFill>
                <a:latin typeface="Myriad Pro"/>
                <a:cs typeface="Myriad Pro"/>
              </a:rPr>
              <a:t>2026</a:t>
            </a:r>
            <a:r>
              <a:rPr sz="500" spc="5" dirty="0">
                <a:solidFill>
                  <a:srgbClr val="1E1E1E"/>
                </a:solidFill>
                <a:latin typeface="Myriad Pro"/>
                <a:cs typeface="Myriad Pro"/>
              </a:rPr>
              <a:t> </a:t>
            </a:r>
            <a:r>
              <a:rPr sz="500" spc="-20" dirty="0">
                <a:solidFill>
                  <a:srgbClr val="1E1E1E"/>
                </a:solidFill>
                <a:latin typeface="Myriad Pro"/>
                <a:cs typeface="Myriad Pro"/>
              </a:rPr>
              <a:t>A.W.</a:t>
            </a:r>
            <a:endParaRPr sz="500">
              <a:latin typeface="Myriad Pro"/>
              <a:cs typeface="Myriad Pro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613953" y="9319585"/>
            <a:ext cx="84455" cy="19367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100" spc="-50" dirty="0">
                <a:solidFill>
                  <a:srgbClr val="1E1E1E"/>
                </a:solidFill>
                <a:latin typeface="Myriad Pro"/>
                <a:cs typeface="Myriad Pro"/>
              </a:rPr>
              <a:t>®</a:t>
            </a:r>
            <a:endParaRPr sz="1100">
              <a:latin typeface="Myriad Pro"/>
              <a:cs typeface="Myriad Pro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Chesterton</a:t>
            </a:r>
            <a:r>
              <a:rPr spc="25" dirty="0"/>
              <a:t> </a:t>
            </a:r>
            <a:r>
              <a:rPr dirty="0"/>
              <a:t>Company.</a:t>
            </a:r>
            <a:r>
              <a:rPr spc="455" dirty="0"/>
              <a:t> </a:t>
            </a:r>
            <a:r>
              <a:rPr dirty="0"/>
              <a:t>Registered</a:t>
            </a:r>
            <a:r>
              <a:rPr spc="25" dirty="0"/>
              <a:t> </a:t>
            </a:r>
            <a:r>
              <a:rPr dirty="0"/>
              <a:t>trademark</a:t>
            </a:r>
            <a:r>
              <a:rPr spc="25" dirty="0"/>
              <a:t> </a:t>
            </a:r>
            <a:r>
              <a:rPr dirty="0"/>
              <a:t>owned</a:t>
            </a:r>
            <a:r>
              <a:rPr spc="25" dirty="0"/>
              <a:t> </a:t>
            </a:r>
            <a:r>
              <a:rPr dirty="0"/>
              <a:t>by</a:t>
            </a:r>
            <a:r>
              <a:rPr spc="25" dirty="0"/>
              <a:t> </a:t>
            </a:r>
            <a:r>
              <a:rPr dirty="0"/>
              <a:t>A.W.</a:t>
            </a:r>
            <a:r>
              <a:rPr spc="25" dirty="0"/>
              <a:t> </a:t>
            </a:r>
            <a:r>
              <a:rPr dirty="0"/>
              <a:t>Chesterton</a:t>
            </a:r>
            <a:r>
              <a:rPr spc="30" dirty="0"/>
              <a:t> </a:t>
            </a:r>
            <a:r>
              <a:rPr dirty="0"/>
              <a:t>Company</a:t>
            </a:r>
            <a:r>
              <a:rPr spc="25" dirty="0"/>
              <a:t> </a:t>
            </a:r>
            <a:r>
              <a:rPr dirty="0"/>
              <a:t>in</a:t>
            </a:r>
            <a:r>
              <a:rPr spc="25" dirty="0"/>
              <a:t> </a:t>
            </a:r>
            <a:r>
              <a:rPr dirty="0"/>
              <a:t>USA</a:t>
            </a:r>
            <a:r>
              <a:rPr spc="25" dirty="0"/>
              <a:t> </a:t>
            </a:r>
            <a:r>
              <a:rPr dirty="0"/>
              <a:t>and</a:t>
            </a:r>
            <a:r>
              <a:rPr spc="25" dirty="0"/>
              <a:t> </a:t>
            </a:r>
            <a:r>
              <a:rPr dirty="0"/>
              <a:t>other</a:t>
            </a:r>
            <a:r>
              <a:rPr spc="25" dirty="0"/>
              <a:t> </a:t>
            </a:r>
            <a:r>
              <a:rPr dirty="0"/>
              <a:t>countries,</a:t>
            </a:r>
            <a:r>
              <a:rPr spc="25" dirty="0"/>
              <a:t> </a:t>
            </a:r>
            <a:r>
              <a:rPr spc="-10" dirty="0"/>
              <a:t>unless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/>
              <a:t>otherwise noted.</a:t>
            </a:r>
            <a:r>
              <a:rPr spc="-5" dirty="0"/>
              <a:t> </a:t>
            </a:r>
            <a:r>
              <a:rPr b="1" spc="-10" dirty="0">
                <a:latin typeface="Myriad Pro Light"/>
                <a:cs typeface="Myriad Pro Light"/>
              </a:rPr>
              <a:t>CHESTERTON.COM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6677904" y="9409907"/>
            <a:ext cx="513715" cy="10350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500" b="1" dirty="0">
                <a:solidFill>
                  <a:srgbClr val="1E1E1E"/>
                </a:solidFill>
                <a:latin typeface="Myriad Pro Light"/>
                <a:cs typeface="Myriad Pro Light"/>
              </a:rPr>
              <a:t>EN600469</a:t>
            </a:r>
            <a:r>
              <a:rPr sz="500" b="1" spc="300" dirty="0">
                <a:solidFill>
                  <a:srgbClr val="1E1E1E"/>
                </a:solidFill>
                <a:latin typeface="Myriad Pro Light"/>
                <a:cs typeface="Myriad Pro Light"/>
              </a:rPr>
              <a:t> </a:t>
            </a:r>
            <a:r>
              <a:rPr sz="500" b="1" spc="-10" dirty="0">
                <a:solidFill>
                  <a:srgbClr val="1E1E1E"/>
                </a:solidFill>
                <a:latin typeface="Myriad Pro Light"/>
                <a:cs typeface="Myriad Pro Light"/>
              </a:rPr>
              <a:t>10/26</a:t>
            </a:r>
            <a:endParaRPr sz="500">
              <a:latin typeface="Myriad Pro Light"/>
              <a:cs typeface="Myriad Pro Ligh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46100" y="1391233"/>
            <a:ext cx="3364865" cy="281487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lang="en-US" sz="1200" b="1" i="1" spc="-10" dirty="0">
                <a:solidFill>
                  <a:srgbClr val="FFFFFF"/>
                </a:solidFill>
                <a:latin typeface="Myriad Pro Light"/>
                <a:cs typeface="Myriad Pro Light"/>
              </a:rPr>
              <a:t>{</a:t>
            </a:r>
            <a:r>
              <a:rPr lang="en-US" sz="1200" b="1" i="1" spc="-10" dirty="0" err="1">
                <a:solidFill>
                  <a:srgbClr val="FFFFFF"/>
                </a:solidFill>
                <a:latin typeface="Myriad Pro Light"/>
                <a:cs typeface="Myriad Pro Light"/>
              </a:rPr>
              <a:t>ProductLine</a:t>
            </a:r>
            <a:r>
              <a:rPr lang="en-US" sz="1200" b="1" i="1" spc="-10" dirty="0">
                <a:solidFill>
                  <a:srgbClr val="FFFFFF"/>
                </a:solidFill>
                <a:latin typeface="Myriad Pro Light"/>
                <a:cs typeface="Myriad Pro Light"/>
              </a:rPr>
              <a:t>}</a:t>
            </a:r>
            <a:endParaRPr sz="1200" dirty="0">
              <a:latin typeface="Myriad Pro Light"/>
              <a:cs typeface="Myriad Pro Ligh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069079" y="6060440"/>
            <a:ext cx="3131820" cy="795655"/>
          </a:xfrm>
          <a:prstGeom prst="rect">
            <a:avLst/>
          </a:prstGeom>
          <a:solidFill>
            <a:srgbClr val="4F758A"/>
          </a:solidFill>
        </p:spPr>
        <p:txBody>
          <a:bodyPr vert="horz" wrap="square" lIns="0" tIns="107950" rIns="0" bIns="0" rtlCol="0">
            <a:spAutoFit/>
          </a:bodyPr>
          <a:lstStyle/>
          <a:p>
            <a:pPr marL="482600" marR="193040" indent="-174625">
              <a:lnSpc>
                <a:spcPct val="101200"/>
              </a:lnSpc>
              <a:spcBef>
                <a:spcPts val="850"/>
              </a:spcBef>
            </a:pPr>
            <a:r>
              <a:rPr sz="1400" spc="-10" dirty="0">
                <a:solidFill>
                  <a:srgbClr val="FFFFFF"/>
                </a:solidFill>
                <a:latin typeface="Myriad Pro"/>
                <a:cs typeface="Myriad Pro"/>
              </a:rPr>
              <a:t>Space</a:t>
            </a:r>
            <a:r>
              <a:rPr sz="1400" spc="-2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1400" dirty="0">
                <a:solidFill>
                  <a:srgbClr val="FFFFFF"/>
                </a:solidFill>
                <a:latin typeface="Myriad Pro"/>
                <a:cs typeface="Myriad Pro"/>
              </a:rPr>
              <a:t>for</a:t>
            </a:r>
            <a:r>
              <a:rPr sz="1400" spc="-2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Myriad Pro"/>
                <a:cs typeface="Myriad Pro"/>
              </a:rPr>
              <a:t>creative</a:t>
            </a:r>
            <a:r>
              <a:rPr sz="1400" spc="-2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Myriad Pro"/>
                <a:cs typeface="Myriad Pro"/>
              </a:rPr>
              <a:t>callout</a:t>
            </a:r>
            <a:r>
              <a:rPr sz="1400" spc="-20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1400" dirty="0">
                <a:solidFill>
                  <a:srgbClr val="FFFFFF"/>
                </a:solidFill>
                <a:latin typeface="Myriad Pro"/>
                <a:cs typeface="Myriad Pro"/>
              </a:rPr>
              <a:t>or</a:t>
            </a:r>
            <a:r>
              <a:rPr sz="1400" spc="-25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Myriad Pro"/>
                <a:cs typeface="Myriad Pro"/>
              </a:rPr>
              <a:t>creative eye-</a:t>
            </a:r>
            <a:r>
              <a:rPr sz="1400" spc="-20" dirty="0">
                <a:solidFill>
                  <a:srgbClr val="FFFFFF"/>
                </a:solidFill>
                <a:latin typeface="Myriad Pro"/>
                <a:cs typeface="Myriad Pro"/>
              </a:rPr>
              <a:t>catching</a:t>
            </a:r>
            <a:r>
              <a:rPr sz="1400" spc="20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Myriad Pro"/>
                <a:cs typeface="Myriad Pro"/>
              </a:rPr>
              <a:t>highlight</a:t>
            </a:r>
            <a:r>
              <a:rPr sz="1400" spc="30" dirty="0">
                <a:solidFill>
                  <a:srgbClr val="FFFFFF"/>
                </a:solidFill>
                <a:latin typeface="Myriad Pro"/>
                <a:cs typeface="Myriad Pro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Myriad Pro"/>
                <a:cs typeface="Myriad Pro"/>
              </a:rPr>
              <a:t>graphic.</a:t>
            </a:r>
            <a:endParaRPr sz="1400">
              <a:latin typeface="Myriad Pro"/>
              <a:cs typeface="Myriad Pro"/>
            </a:endParaRPr>
          </a:p>
        </p:txBody>
      </p:sp>
      <p:sp>
        <p:nvSpPr>
          <p:cNvPr id="32" name="object 22">
            <a:extLst>
              <a:ext uri="{FF2B5EF4-FFF2-40B4-BE49-F238E27FC236}">
                <a16:creationId xmlns:a16="http://schemas.microsoft.com/office/drawing/2014/main" id="{DDD96474-66AC-6FC8-E081-DDCF9DBDB8B6}"/>
              </a:ext>
            </a:extLst>
          </p:cNvPr>
          <p:cNvSpPr txBox="1"/>
          <p:nvPr/>
        </p:nvSpPr>
        <p:spPr>
          <a:xfrm>
            <a:off x="1678357" y="6501531"/>
            <a:ext cx="233553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07390">
              <a:lnSpc>
                <a:spcPct val="100000"/>
              </a:lnSpc>
              <a:spcBef>
                <a:spcPts val="100"/>
              </a:spcBef>
            </a:pPr>
            <a:r>
              <a:rPr lang="en-US" sz="1500" b="1" dirty="0">
                <a:solidFill>
                  <a:srgbClr val="EC008C"/>
                </a:solidFill>
                <a:latin typeface="Myriad Pro Light"/>
                <a:cs typeface="Myriad Pro"/>
              </a:rPr>
              <a:t>PHOTO</a:t>
            </a:r>
            <a:endParaRPr sz="1500" dirty="0">
              <a:latin typeface="Myriad Pro"/>
              <a:cs typeface="Myriad Pro"/>
            </a:endParaRPr>
          </a:p>
        </p:txBody>
      </p:sp>
      <p:sp>
        <p:nvSpPr>
          <p:cNvPr id="33" name="object 22">
            <a:extLst>
              <a:ext uri="{FF2B5EF4-FFF2-40B4-BE49-F238E27FC236}">
                <a16:creationId xmlns:a16="http://schemas.microsoft.com/office/drawing/2014/main" id="{40105BCE-3779-F617-4A3E-62F63606F123}"/>
              </a:ext>
            </a:extLst>
          </p:cNvPr>
          <p:cNvSpPr txBox="1"/>
          <p:nvPr/>
        </p:nvSpPr>
        <p:spPr>
          <a:xfrm>
            <a:off x="5280385" y="7740488"/>
            <a:ext cx="233553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07390">
              <a:lnSpc>
                <a:spcPct val="100000"/>
              </a:lnSpc>
              <a:spcBef>
                <a:spcPts val="100"/>
              </a:spcBef>
            </a:pPr>
            <a:r>
              <a:rPr lang="en-US" sz="1500" b="1" dirty="0">
                <a:solidFill>
                  <a:srgbClr val="EC008C"/>
                </a:solidFill>
                <a:latin typeface="Myriad Pro Light"/>
                <a:cs typeface="Myriad Pro"/>
              </a:rPr>
              <a:t>PHOTO</a:t>
            </a:r>
            <a:endParaRPr sz="1500" dirty="0">
              <a:latin typeface="Myriad Pro"/>
              <a:cs typeface="Myriad Pro"/>
            </a:endParaRPr>
          </a:p>
        </p:txBody>
      </p:sp>
      <p:sp>
        <p:nvSpPr>
          <p:cNvPr id="25" name="object 23">
            <a:extLst>
              <a:ext uri="{FF2B5EF4-FFF2-40B4-BE49-F238E27FC236}">
                <a16:creationId xmlns:a16="http://schemas.microsoft.com/office/drawing/2014/main" id="{F6ADC389-B735-E48B-58C0-D4443C6C7598}"/>
              </a:ext>
            </a:extLst>
          </p:cNvPr>
          <p:cNvSpPr txBox="1"/>
          <p:nvPr/>
        </p:nvSpPr>
        <p:spPr>
          <a:xfrm>
            <a:off x="532980" y="1750317"/>
            <a:ext cx="3364865" cy="373820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lang="en-US" b="1" spc="-10" dirty="0">
                <a:solidFill>
                  <a:schemeClr val="tx1"/>
                </a:solidFill>
                <a:latin typeface="Myriad Pro Light"/>
                <a:cs typeface="Myriad Pro Light"/>
              </a:rPr>
              <a:t>TITLE</a:t>
            </a:r>
            <a:endParaRPr dirty="0">
              <a:solidFill>
                <a:schemeClr val="tx1"/>
              </a:solidFill>
              <a:latin typeface="Myriad Pro Light"/>
              <a:cs typeface="Myriad Pro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aa7fb55-9a95-475f-a10d-ce5075c87125">
      <Terms xmlns="http://schemas.microsoft.com/office/infopath/2007/PartnerControls"/>
    </lcf76f155ced4ddcb4097134ff3c332f>
    <TaxCatchAll xmlns="91926448-0324-4888-8a6f-6b45dce858e0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ED493944A6094ABBA9AF676A3BE165" ma:contentTypeVersion="13" ma:contentTypeDescription="Create a new document." ma:contentTypeScope="" ma:versionID="23289087d2293fb7b3258714f054d531">
  <xsd:schema xmlns:xsd="http://www.w3.org/2001/XMLSchema" xmlns:xs="http://www.w3.org/2001/XMLSchema" xmlns:p="http://schemas.microsoft.com/office/2006/metadata/properties" xmlns:ns2="2aa7fb55-9a95-475f-a10d-ce5075c87125" xmlns:ns3="91926448-0324-4888-8a6f-6b45dce858e0" targetNamespace="http://schemas.microsoft.com/office/2006/metadata/properties" ma:root="true" ma:fieldsID="75467e76e31198a7c15e2a45b058b89f" ns2:_="" ns3:_="">
    <xsd:import namespace="2aa7fb55-9a95-475f-a10d-ce5075c87125"/>
    <xsd:import namespace="91926448-0324-4888-8a6f-6b45dce858e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OCR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a7fb55-9a95-475f-a10d-ce5075c871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b4412660-9587-43c0-b0ae-c4ed9614ee6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926448-0324-4888-8a6f-6b45dce858e0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33faa0c6-5761-43c3-bbc9-29f088ad3e43}" ma:internalName="TaxCatchAll" ma:showField="CatchAllData" ma:web="91926448-0324-4888-8a6f-6b45dce858e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0FB7F82-96F8-4AE7-98BD-6C3ACC37351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DE6FE9F-676C-465B-9FF2-B99B0CF1AA4C}">
  <ds:schemaRefs>
    <ds:schemaRef ds:uri="http://schemas.microsoft.com/office/2006/metadata/properties"/>
    <ds:schemaRef ds:uri="http://schemas.microsoft.com/office/infopath/2007/PartnerControls"/>
    <ds:schemaRef ds:uri="2aa7fb55-9a95-475f-a10d-ce5075c87125"/>
    <ds:schemaRef ds:uri="91926448-0324-4888-8a6f-6b45dce858e0"/>
  </ds:schemaRefs>
</ds:datastoreItem>
</file>

<file path=customXml/itemProps3.xml><?xml version="1.0" encoding="utf-8"?>
<ds:datastoreItem xmlns:ds="http://schemas.openxmlformats.org/officeDocument/2006/customXml" ds:itemID="{213387FF-E224-4801-91E1-9FA8766426B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aa7fb55-9a95-475f-a10d-ce5075c87125"/>
    <ds:schemaRef ds:uri="91926448-0324-4888-8a6f-6b45dce858e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216</Words>
  <Application>Microsoft Office PowerPoint</Application>
  <PresentationFormat>Custom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Myriad Pro</vt:lpstr>
      <vt:lpstr>Myriad Pro Light</vt:lpstr>
      <vt:lpstr>Office Theme</vt:lpstr>
      <vt:lpstr>CASE STUDY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Study</dc:title>
  <dc:subject>Industry Case Study</dc:subject>
  <dc:creator>A.W. Chesterton</dc:creator>
  <cp:lastModifiedBy>Salvaneschi, Joe</cp:lastModifiedBy>
  <cp:revision>2</cp:revision>
  <dcterms:created xsi:type="dcterms:W3CDTF">2026-01-20T22:37:05Z</dcterms:created>
  <dcterms:modified xsi:type="dcterms:W3CDTF">2026-04-07T21:59:07Z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2026-01-20T00:00:00Z</vt:filetime>
  </property>
  <property fmtid="{D5CDD505-2E9C-101B-9397-08002B2CF9AE}" pid="3" name="Creator">
    <vt:lpwstr>Adobe InDesign 21.1 (Macintosh)</vt:lpwstr>
  </property>
  <property fmtid="{D5CDD505-2E9C-101B-9397-08002B2CF9AE}" pid="4" name="LastSaved">
    <vt:filetime>2026-01-20T00:00:00Z</vt:filetime>
  </property>
  <property fmtid="{D5CDD505-2E9C-101B-9397-08002B2CF9AE}" pid="5" name="Producer">
    <vt:lpwstr>Adobe PDF Library 18.0</vt:lpwstr>
  </property>
  <property fmtid="{D5CDD505-2E9C-101B-9397-08002B2CF9AE}" pid="6" name="MSIP_Label_0004f76d-62eb-49d8-96e4-1d45e54758be_Enabled">
    <vt:lpwstr>true</vt:lpwstr>
  </property>
  <property fmtid="{D5CDD505-2E9C-101B-9397-08002B2CF9AE}" pid="7" name="MSIP_Label_0004f76d-62eb-49d8-96e4-1d45e54758be_SetDate">
    <vt:lpwstr>2026-01-20T22:37:36Z</vt:lpwstr>
  </property>
  <property fmtid="{D5CDD505-2E9C-101B-9397-08002B2CF9AE}" pid="8" name="MSIP_Label_0004f76d-62eb-49d8-96e4-1d45e54758be_Method">
    <vt:lpwstr>Standard</vt:lpwstr>
  </property>
  <property fmtid="{D5CDD505-2E9C-101B-9397-08002B2CF9AE}" pid="9" name="MSIP_Label_0004f76d-62eb-49d8-96e4-1d45e54758be_Name">
    <vt:lpwstr>Standard - Anyone (unrestricted)</vt:lpwstr>
  </property>
  <property fmtid="{D5CDD505-2E9C-101B-9397-08002B2CF9AE}" pid="10" name="MSIP_Label_0004f76d-62eb-49d8-96e4-1d45e54758be_SiteId">
    <vt:lpwstr>2826cf6d-b67d-4b4f-8a5f-a9443cc5eca1</vt:lpwstr>
  </property>
  <property fmtid="{D5CDD505-2E9C-101B-9397-08002B2CF9AE}" pid="11" name="MSIP_Label_0004f76d-62eb-49d8-96e4-1d45e54758be_ActionId">
    <vt:lpwstr>43204d00-22af-4424-8b0e-bbbc4538de07</vt:lpwstr>
  </property>
  <property fmtid="{D5CDD505-2E9C-101B-9397-08002B2CF9AE}" pid="12" name="MSIP_Label_0004f76d-62eb-49d8-96e4-1d45e54758be_ContentBits">
    <vt:lpwstr>0</vt:lpwstr>
  </property>
  <property fmtid="{D5CDD505-2E9C-101B-9397-08002B2CF9AE}" pid="13" name="MSIP_Label_0004f76d-62eb-49d8-96e4-1d45e54758be_Tag">
    <vt:lpwstr>50, 3, 0, 1</vt:lpwstr>
  </property>
  <property fmtid="{D5CDD505-2E9C-101B-9397-08002B2CF9AE}" pid="14" name="ContentTypeId">
    <vt:lpwstr>0x01010081ED493944A6094ABBA9AF676A3BE165</vt:lpwstr>
  </property>
</Properties>
</file>